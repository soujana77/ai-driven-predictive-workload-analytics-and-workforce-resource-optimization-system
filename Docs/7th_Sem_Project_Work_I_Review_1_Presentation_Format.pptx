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278723-5C5D-482E-85AB-EE1838CA29C3}" v="66" dt="2026-10-08T17:41:36.5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24" autoAdjust="0"/>
    <p:restoredTop sz="94660"/>
  </p:normalViewPr>
  <p:slideViewPr>
    <p:cSldViewPr snapToGrid="0" snapToObjects="1">
      <p:cViewPr varScale="1">
        <p:scale>
          <a:sx n="44" d="100"/>
          <a:sy n="44" d="100"/>
        </p:scale>
        <p:origin x="38" y="79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ujanya Jain" userId="eadb713eda806017" providerId="LiveId" clId="{E645AC8F-3D22-4922-A555-CB61B360CBD3}"/>
    <pc:docChg chg="undo custSel modSld">
      <pc:chgData name="Soujanya Jain" userId="eadb713eda806017" providerId="LiveId" clId="{E645AC8F-3D22-4922-A555-CB61B360CBD3}" dt="2026-10-08T17:42:23.552" v="836" actId="1076"/>
      <pc:docMkLst>
        <pc:docMk/>
      </pc:docMkLst>
      <pc:sldChg chg="addSp delSp modSp mod">
        <pc:chgData name="Soujanya Jain" userId="eadb713eda806017" providerId="LiveId" clId="{E645AC8F-3D22-4922-A555-CB61B360CBD3}" dt="2026-10-08T17:34:35.887" v="787" actId="1076"/>
        <pc:sldMkLst>
          <pc:docMk/>
          <pc:sldMk cId="0" sldId="257"/>
        </pc:sldMkLst>
        <pc:spChg chg="mod">
          <ac:chgData name="Soujanya Jain" userId="eadb713eda806017" providerId="LiveId" clId="{E645AC8F-3D22-4922-A555-CB61B360CBD3}" dt="2026-10-08T17:34:35.887" v="787" actId="1076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Soujanya Jain" userId="eadb713eda806017" providerId="LiveId" clId="{E645AC8F-3D22-4922-A555-CB61B360CBD3}" dt="2026-10-08T16:34:05.122" v="56" actId="478"/>
          <ac:spMkLst>
            <pc:docMk/>
            <pc:sldMk cId="0" sldId="257"/>
            <ac:spMk id="3" creationId="{00000000-0000-0000-0000-000000000000}"/>
          </ac:spMkLst>
        </pc:spChg>
        <pc:spChg chg="add mod">
          <ac:chgData name="Soujanya Jain" userId="eadb713eda806017" providerId="LiveId" clId="{E645AC8F-3D22-4922-A555-CB61B360CBD3}" dt="2026-10-08T17:34:26.506" v="786" actId="1076"/>
          <ac:spMkLst>
            <pc:docMk/>
            <pc:sldMk cId="0" sldId="257"/>
            <ac:spMk id="5" creationId="{A0581D40-75F3-A8F3-7755-A54E0863772E}"/>
          </ac:spMkLst>
        </pc:spChg>
      </pc:sldChg>
      <pc:sldChg chg="addSp delSp modSp mod">
        <pc:chgData name="Soujanya Jain" userId="eadb713eda806017" providerId="LiveId" clId="{E645AC8F-3D22-4922-A555-CB61B360CBD3}" dt="2026-10-08T17:42:23.552" v="836" actId="1076"/>
        <pc:sldMkLst>
          <pc:docMk/>
          <pc:sldMk cId="0" sldId="258"/>
        </pc:sldMkLst>
        <pc:spChg chg="mod">
          <ac:chgData name="Soujanya Jain" userId="eadb713eda806017" providerId="LiveId" clId="{E645AC8F-3D22-4922-A555-CB61B360CBD3}" dt="2026-10-08T17:34:45.362" v="788" actId="1076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Soujanya Jain" userId="eadb713eda806017" providerId="LiveId" clId="{E645AC8F-3D22-4922-A555-CB61B360CBD3}" dt="2026-10-08T16:35:26.320" v="64" actId="478"/>
          <ac:spMkLst>
            <pc:docMk/>
            <pc:sldMk cId="0" sldId="258"/>
            <ac:spMk id="3" creationId="{00000000-0000-0000-0000-000000000000}"/>
          </ac:spMkLst>
        </pc:spChg>
        <pc:spChg chg="add mod">
          <ac:chgData name="Soujanya Jain" userId="eadb713eda806017" providerId="LiveId" clId="{E645AC8F-3D22-4922-A555-CB61B360CBD3}" dt="2026-10-08T17:42:23.552" v="836" actId="1076"/>
          <ac:spMkLst>
            <pc:docMk/>
            <pc:sldMk cId="0" sldId="258"/>
            <ac:spMk id="5" creationId="{EDAF55E8-1A5E-8C6B-AE59-22EC5019AF01}"/>
          </ac:spMkLst>
        </pc:spChg>
        <pc:spChg chg="add del">
          <ac:chgData name="Soujanya Jain" userId="eadb713eda806017" providerId="LiveId" clId="{E645AC8F-3D22-4922-A555-CB61B360CBD3}" dt="2026-10-08T17:40:53.106" v="821" actId="478"/>
          <ac:spMkLst>
            <pc:docMk/>
            <pc:sldMk cId="0" sldId="258"/>
            <ac:spMk id="6" creationId="{1B3A68FA-FA58-C9C6-91C1-B7063C408A05}"/>
          </ac:spMkLst>
        </pc:spChg>
        <pc:spChg chg="add del mod">
          <ac:chgData name="Soujanya Jain" userId="eadb713eda806017" providerId="LiveId" clId="{E645AC8F-3D22-4922-A555-CB61B360CBD3}" dt="2026-10-08T17:41:20.178" v="827" actId="22"/>
          <ac:spMkLst>
            <pc:docMk/>
            <pc:sldMk cId="0" sldId="258"/>
            <ac:spMk id="8" creationId="{4E338478-31E1-FB5B-1ACB-64A43B94D478}"/>
          </ac:spMkLst>
        </pc:spChg>
        <pc:spChg chg="add mod">
          <ac:chgData name="Soujanya Jain" userId="eadb713eda806017" providerId="LiveId" clId="{E645AC8F-3D22-4922-A555-CB61B360CBD3}" dt="2026-10-08T17:42:09.693" v="835" actId="1076"/>
          <ac:spMkLst>
            <pc:docMk/>
            <pc:sldMk cId="0" sldId="258"/>
            <ac:spMk id="9" creationId="{7CCD7BA7-077B-3976-1B79-976B5DFCA237}"/>
          </ac:spMkLst>
        </pc:spChg>
      </pc:sldChg>
      <pc:sldChg chg="addSp delSp modSp mod">
        <pc:chgData name="Soujanya Jain" userId="eadb713eda806017" providerId="LiveId" clId="{E645AC8F-3D22-4922-A555-CB61B360CBD3}" dt="2026-10-08T16:45:39.737" v="160" actId="1076"/>
        <pc:sldMkLst>
          <pc:docMk/>
          <pc:sldMk cId="0" sldId="259"/>
        </pc:sldMkLst>
        <pc:spChg chg="mod">
          <ac:chgData name="Soujanya Jain" userId="eadb713eda806017" providerId="LiveId" clId="{E645AC8F-3D22-4922-A555-CB61B360CBD3}" dt="2026-10-08T16:45:39.737" v="160" actId="1076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Soujanya Jain" userId="eadb713eda806017" providerId="LiveId" clId="{E645AC8F-3D22-4922-A555-CB61B360CBD3}" dt="2026-10-08T16:37:00.916" v="77" actId="478"/>
          <ac:spMkLst>
            <pc:docMk/>
            <pc:sldMk cId="0" sldId="259"/>
            <ac:spMk id="3" creationId="{00000000-0000-0000-0000-000000000000}"/>
          </ac:spMkLst>
        </pc:spChg>
        <pc:graphicFrameChg chg="add mod modGraphic">
          <ac:chgData name="Soujanya Jain" userId="eadb713eda806017" providerId="LiveId" clId="{E645AC8F-3D22-4922-A555-CB61B360CBD3}" dt="2026-10-08T16:38:29.220" v="87" actId="14100"/>
          <ac:graphicFrameMkLst>
            <pc:docMk/>
            <pc:sldMk cId="0" sldId="259"/>
            <ac:graphicFrameMk id="4" creationId="{925C3A1F-956E-213A-AE9D-15A942200E8D}"/>
          </ac:graphicFrameMkLst>
        </pc:graphicFrameChg>
      </pc:sldChg>
      <pc:sldChg chg="addSp delSp modSp mod">
        <pc:chgData name="Soujanya Jain" userId="eadb713eda806017" providerId="LiveId" clId="{E645AC8F-3D22-4922-A555-CB61B360CBD3}" dt="2026-10-08T16:45:59.197" v="162" actId="255"/>
        <pc:sldMkLst>
          <pc:docMk/>
          <pc:sldMk cId="0" sldId="260"/>
        </pc:sldMkLst>
        <pc:spChg chg="mod">
          <ac:chgData name="Soujanya Jain" userId="eadb713eda806017" providerId="LiveId" clId="{E645AC8F-3D22-4922-A555-CB61B360CBD3}" dt="2026-10-08T16:45:59.197" v="162" actId="255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Soujanya Jain" userId="eadb713eda806017" providerId="LiveId" clId="{E645AC8F-3D22-4922-A555-CB61B360CBD3}" dt="2026-10-08T16:39:40.079" v="92" actId="478"/>
          <ac:spMkLst>
            <pc:docMk/>
            <pc:sldMk cId="0" sldId="260"/>
            <ac:spMk id="3" creationId="{00000000-0000-0000-0000-000000000000}"/>
          </ac:spMkLst>
        </pc:spChg>
        <pc:spChg chg="add mod">
          <ac:chgData name="Soujanya Jain" userId="eadb713eda806017" providerId="LiveId" clId="{E645AC8F-3D22-4922-A555-CB61B360CBD3}" dt="2026-10-08T16:40:50.163" v="96"/>
          <ac:spMkLst>
            <pc:docMk/>
            <pc:sldMk cId="0" sldId="260"/>
            <ac:spMk id="6" creationId="{6C48EE26-2AFD-FC3F-300A-E477461410CB}"/>
          </ac:spMkLst>
        </pc:spChg>
        <pc:spChg chg="add mod">
          <ac:chgData name="Soujanya Jain" userId="eadb713eda806017" providerId="LiveId" clId="{E645AC8F-3D22-4922-A555-CB61B360CBD3}" dt="2026-10-08T16:40:50.163" v="96"/>
          <ac:spMkLst>
            <pc:docMk/>
            <pc:sldMk cId="0" sldId="260"/>
            <ac:spMk id="7" creationId="{CF92F077-4732-FC0F-99D8-60EFEE110397}"/>
          </ac:spMkLst>
        </pc:spChg>
        <pc:spChg chg="add mod">
          <ac:chgData name="Soujanya Jain" userId="eadb713eda806017" providerId="LiveId" clId="{E645AC8F-3D22-4922-A555-CB61B360CBD3}" dt="2026-10-08T16:44:33.946" v="146" actId="113"/>
          <ac:spMkLst>
            <pc:docMk/>
            <pc:sldMk cId="0" sldId="260"/>
            <ac:spMk id="8" creationId="{9F7DBDF1-AF8C-A436-5876-5918363D1C82}"/>
          </ac:spMkLst>
        </pc:spChg>
        <pc:spChg chg="add mod">
          <ac:chgData name="Soujanya Jain" userId="eadb713eda806017" providerId="LiveId" clId="{E645AC8F-3D22-4922-A555-CB61B360CBD3}" dt="2026-10-08T16:44:46.739" v="149" actId="113"/>
          <ac:spMkLst>
            <pc:docMk/>
            <pc:sldMk cId="0" sldId="260"/>
            <ac:spMk id="10" creationId="{4D54AA23-BCA2-27CB-6C98-C2B0D41670C9}"/>
          </ac:spMkLst>
        </pc:spChg>
        <pc:spChg chg="add mod">
          <ac:chgData name="Soujanya Jain" userId="eadb713eda806017" providerId="LiveId" clId="{E645AC8F-3D22-4922-A555-CB61B360CBD3}" dt="2026-10-08T16:44:57.974" v="152" actId="113"/>
          <ac:spMkLst>
            <pc:docMk/>
            <pc:sldMk cId="0" sldId="260"/>
            <ac:spMk id="12" creationId="{D23B105B-9E84-1927-9620-0F7E24504CD3}"/>
          </ac:spMkLst>
        </pc:spChg>
        <pc:spChg chg="add mod">
          <ac:chgData name="Soujanya Jain" userId="eadb713eda806017" providerId="LiveId" clId="{E645AC8F-3D22-4922-A555-CB61B360CBD3}" dt="2026-10-08T16:45:08.976" v="155" actId="113"/>
          <ac:spMkLst>
            <pc:docMk/>
            <pc:sldMk cId="0" sldId="260"/>
            <ac:spMk id="14" creationId="{C0F8F86B-A26A-0845-65FF-9F91F87EA226}"/>
          </ac:spMkLst>
        </pc:spChg>
        <pc:spChg chg="add mod">
          <ac:chgData name="Soujanya Jain" userId="eadb713eda806017" providerId="LiveId" clId="{E645AC8F-3D22-4922-A555-CB61B360CBD3}" dt="2026-10-08T16:45:27.556" v="159" actId="1076"/>
          <ac:spMkLst>
            <pc:docMk/>
            <pc:sldMk cId="0" sldId="260"/>
            <ac:spMk id="16" creationId="{28150077-9D96-7D15-3F55-29664D56935C}"/>
          </ac:spMkLst>
        </pc:spChg>
        <pc:grpChg chg="add del mod">
          <ac:chgData name="Soujanya Jain" userId="eadb713eda806017" providerId="LiveId" clId="{E645AC8F-3D22-4922-A555-CB61B360CBD3}" dt="2026-10-08T16:41:31.274" v="104" actId="478"/>
          <ac:grpSpMkLst>
            <pc:docMk/>
            <pc:sldMk cId="0" sldId="260"/>
            <ac:grpSpMk id="5" creationId="{7C5F5DF9-3859-B789-3B35-B9BD841751B7}"/>
          </ac:grpSpMkLst>
        </pc:grpChg>
        <pc:graphicFrameChg chg="add del mod modGraphic">
          <ac:chgData name="Soujanya Jain" userId="eadb713eda806017" providerId="LiveId" clId="{E645AC8F-3D22-4922-A555-CB61B360CBD3}" dt="2026-10-08T16:41:58.063" v="113" actId="478"/>
          <ac:graphicFrameMkLst>
            <pc:docMk/>
            <pc:sldMk cId="0" sldId="260"/>
            <ac:graphicFrameMk id="4" creationId="{AC276872-BFCA-AE1B-473C-C175AC318B3F}"/>
          </ac:graphicFrameMkLst>
        </pc:graphicFrameChg>
      </pc:sldChg>
      <pc:sldChg chg="addSp delSp modSp mod">
        <pc:chgData name="Soujanya Jain" userId="eadb713eda806017" providerId="LiveId" clId="{E645AC8F-3D22-4922-A555-CB61B360CBD3}" dt="2026-10-08T16:50:47.712" v="192" actId="255"/>
        <pc:sldMkLst>
          <pc:docMk/>
          <pc:sldMk cId="0" sldId="261"/>
        </pc:sldMkLst>
        <pc:spChg chg="mod">
          <ac:chgData name="Soujanya Jain" userId="eadb713eda806017" providerId="LiveId" clId="{E645AC8F-3D22-4922-A555-CB61B360CBD3}" dt="2026-10-08T16:47:29.473" v="170" actId="255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Soujanya Jain" userId="eadb713eda806017" providerId="LiveId" clId="{E645AC8F-3D22-4922-A555-CB61B360CBD3}" dt="2026-10-08T16:46:19.796" v="164" actId="478"/>
          <ac:spMkLst>
            <pc:docMk/>
            <pc:sldMk cId="0" sldId="261"/>
            <ac:spMk id="3" creationId="{00000000-0000-0000-0000-000000000000}"/>
          </ac:spMkLst>
        </pc:spChg>
        <pc:spChg chg="add mod">
          <ac:chgData name="Soujanya Jain" userId="eadb713eda806017" providerId="LiveId" clId="{E645AC8F-3D22-4922-A555-CB61B360CBD3}" dt="2026-10-08T16:50:47.712" v="192" actId="255"/>
          <ac:spMkLst>
            <pc:docMk/>
            <pc:sldMk cId="0" sldId="261"/>
            <ac:spMk id="6" creationId="{E0D85793-710F-0894-4F63-15CA663BEFDD}"/>
          </ac:spMkLst>
        </pc:spChg>
        <pc:graphicFrameChg chg="add mod modGraphic">
          <ac:chgData name="Soujanya Jain" userId="eadb713eda806017" providerId="LiveId" clId="{E645AC8F-3D22-4922-A555-CB61B360CBD3}" dt="2026-10-08T16:49:56.974" v="184" actId="14100"/>
          <ac:graphicFrameMkLst>
            <pc:docMk/>
            <pc:sldMk cId="0" sldId="261"/>
            <ac:graphicFrameMk id="4" creationId="{FCF5B6CE-FEFE-0D74-3D74-20C4AC466CB1}"/>
          </ac:graphicFrameMkLst>
        </pc:graphicFrameChg>
      </pc:sldChg>
      <pc:sldChg chg="addSp delSp modSp mod">
        <pc:chgData name="Soujanya Jain" userId="eadb713eda806017" providerId="LiveId" clId="{E645AC8F-3D22-4922-A555-CB61B360CBD3}" dt="2026-10-08T17:39:33.549" v="812" actId="403"/>
        <pc:sldMkLst>
          <pc:docMk/>
          <pc:sldMk cId="0" sldId="262"/>
        </pc:sldMkLst>
        <pc:spChg chg="del">
          <ac:chgData name="Soujanya Jain" userId="eadb713eda806017" providerId="LiveId" clId="{E645AC8F-3D22-4922-A555-CB61B360CBD3}" dt="2026-10-08T16:53:03.056" v="193" actId="478"/>
          <ac:spMkLst>
            <pc:docMk/>
            <pc:sldMk cId="0" sldId="262"/>
            <ac:spMk id="3" creationId="{00000000-0000-0000-0000-000000000000}"/>
          </ac:spMkLst>
        </pc:spChg>
        <pc:spChg chg="add del mod">
          <ac:chgData name="Soujanya Jain" userId="eadb713eda806017" providerId="LiveId" clId="{E645AC8F-3D22-4922-A555-CB61B360CBD3}" dt="2026-10-08T17:37:43.481" v="790" actId="478"/>
          <ac:spMkLst>
            <pc:docMk/>
            <pc:sldMk cId="0" sldId="262"/>
            <ac:spMk id="5" creationId="{61FFCEC1-3AEE-124B-E5EB-7273D0BF47DF}"/>
          </ac:spMkLst>
        </pc:spChg>
        <pc:spChg chg="add del mod">
          <ac:chgData name="Soujanya Jain" userId="eadb713eda806017" providerId="LiveId" clId="{E645AC8F-3D22-4922-A555-CB61B360CBD3}" dt="2026-10-08T17:37:46.549" v="791" actId="478"/>
          <ac:spMkLst>
            <pc:docMk/>
            <pc:sldMk cId="0" sldId="262"/>
            <ac:spMk id="7" creationId="{0DFDADF6-77BC-0A84-FEFF-6E5EE6A08579}"/>
          </ac:spMkLst>
        </pc:spChg>
        <pc:spChg chg="add mod">
          <ac:chgData name="Soujanya Jain" userId="eadb713eda806017" providerId="LiveId" clId="{E645AC8F-3D22-4922-A555-CB61B360CBD3}" dt="2026-10-08T17:38:51.317" v="804" actId="1076"/>
          <ac:spMkLst>
            <pc:docMk/>
            <pc:sldMk cId="0" sldId="262"/>
            <ac:spMk id="9" creationId="{CA2ADC61-8223-F0DB-B6CC-5E80B80000FE}"/>
          </ac:spMkLst>
        </pc:spChg>
        <pc:spChg chg="add mod">
          <ac:chgData name="Soujanya Jain" userId="eadb713eda806017" providerId="LiveId" clId="{E645AC8F-3D22-4922-A555-CB61B360CBD3}" dt="2026-10-08T17:39:33.549" v="812" actId="403"/>
          <ac:spMkLst>
            <pc:docMk/>
            <pc:sldMk cId="0" sldId="262"/>
            <ac:spMk id="12" creationId="{D654EDF5-E609-00AA-0C88-CF3E8444D886}"/>
          </ac:spMkLst>
        </pc:spChg>
        <pc:picChg chg="add mod">
          <ac:chgData name="Soujanya Jain" userId="eadb713eda806017" providerId="LiveId" clId="{E645AC8F-3D22-4922-A555-CB61B360CBD3}" dt="2026-10-08T17:38:17.336" v="798" actId="14100"/>
          <ac:picMkLst>
            <pc:docMk/>
            <pc:sldMk cId="0" sldId="262"/>
            <ac:picMk id="11" creationId="{37B14551-5BD1-85F5-6057-FB5945E2B6AD}"/>
          </ac:picMkLst>
        </pc:picChg>
      </pc:sldChg>
      <pc:sldChg chg="addSp delSp modSp mod">
        <pc:chgData name="Soujanya Jain" userId="eadb713eda806017" providerId="LiveId" clId="{E645AC8F-3D22-4922-A555-CB61B360CBD3}" dt="2026-10-08T17:06:58.215" v="372" actId="1076"/>
        <pc:sldMkLst>
          <pc:docMk/>
          <pc:sldMk cId="0" sldId="263"/>
        </pc:sldMkLst>
        <pc:spChg chg="mod">
          <ac:chgData name="Soujanya Jain" userId="eadb713eda806017" providerId="LiveId" clId="{E645AC8F-3D22-4922-A555-CB61B360CBD3}" dt="2026-10-08T17:06:58.215" v="372" actId="1076"/>
          <ac:spMkLst>
            <pc:docMk/>
            <pc:sldMk cId="0" sldId="263"/>
            <ac:spMk id="2" creationId="{00000000-0000-0000-0000-000000000000}"/>
          </ac:spMkLst>
        </pc:spChg>
        <pc:spChg chg="del">
          <ac:chgData name="Soujanya Jain" userId="eadb713eda806017" providerId="LiveId" clId="{E645AC8F-3D22-4922-A555-CB61B360CBD3}" dt="2026-10-08T16:54:25.476" v="203" actId="478"/>
          <ac:spMkLst>
            <pc:docMk/>
            <pc:sldMk cId="0" sldId="263"/>
            <ac:spMk id="3" creationId="{00000000-0000-0000-0000-000000000000}"/>
          </ac:spMkLst>
        </pc:spChg>
        <pc:spChg chg="add mod">
          <ac:chgData name="Soujanya Jain" userId="eadb713eda806017" providerId="LiveId" clId="{E645AC8F-3D22-4922-A555-CB61B360CBD3}" dt="2026-10-08T16:55:41.867" v="211"/>
          <ac:spMkLst>
            <pc:docMk/>
            <pc:sldMk cId="0" sldId="263"/>
            <ac:spMk id="5" creationId="{50F21920-C323-12C1-1B04-BF578B6C46AF}"/>
          </ac:spMkLst>
        </pc:spChg>
        <pc:spChg chg="add mod">
          <ac:chgData name="Soujanya Jain" userId="eadb713eda806017" providerId="LiveId" clId="{E645AC8F-3D22-4922-A555-CB61B360CBD3}" dt="2026-10-08T16:56:25.964" v="221"/>
          <ac:spMkLst>
            <pc:docMk/>
            <pc:sldMk cId="0" sldId="263"/>
            <ac:spMk id="8" creationId="{37DC82BE-AB0F-6EB7-BE4B-2A2961137F2B}"/>
          </ac:spMkLst>
        </pc:spChg>
        <pc:spChg chg="add mod">
          <ac:chgData name="Soujanya Jain" userId="eadb713eda806017" providerId="LiveId" clId="{E645AC8F-3D22-4922-A555-CB61B360CBD3}" dt="2026-10-08T17:00:43.995" v="272" actId="20577"/>
          <ac:spMkLst>
            <pc:docMk/>
            <pc:sldMk cId="0" sldId="263"/>
            <ac:spMk id="9" creationId="{FA2E239F-E3F7-9A9E-66DE-45509D45D166}"/>
          </ac:spMkLst>
        </pc:spChg>
        <pc:spChg chg="add del">
          <ac:chgData name="Soujanya Jain" userId="eadb713eda806017" providerId="LiveId" clId="{E645AC8F-3D22-4922-A555-CB61B360CBD3}" dt="2026-10-08T16:58:12.636" v="234" actId="478"/>
          <ac:spMkLst>
            <pc:docMk/>
            <pc:sldMk cId="0" sldId="263"/>
            <ac:spMk id="11" creationId="{FF5F7C88-5E70-D1DA-F4FB-C232885A0077}"/>
          </ac:spMkLst>
        </pc:spChg>
        <pc:spChg chg="mod">
          <ac:chgData name="Soujanya Jain" userId="eadb713eda806017" providerId="LiveId" clId="{E645AC8F-3D22-4922-A555-CB61B360CBD3}" dt="2026-10-08T16:58:25.456" v="235"/>
          <ac:spMkLst>
            <pc:docMk/>
            <pc:sldMk cId="0" sldId="263"/>
            <ac:spMk id="13" creationId="{22E9818A-36CA-F25F-88F2-3878A6B59D3D}"/>
          </ac:spMkLst>
        </pc:spChg>
        <pc:spChg chg="mod">
          <ac:chgData name="Soujanya Jain" userId="eadb713eda806017" providerId="LiveId" clId="{E645AC8F-3D22-4922-A555-CB61B360CBD3}" dt="2026-10-08T16:58:51.760" v="256" actId="20577"/>
          <ac:spMkLst>
            <pc:docMk/>
            <pc:sldMk cId="0" sldId="263"/>
            <ac:spMk id="14" creationId="{586FCE79-7D2C-6232-C27D-1B18F6DFA7EB}"/>
          </ac:spMkLst>
        </pc:spChg>
        <pc:spChg chg="mod">
          <ac:chgData name="Soujanya Jain" userId="eadb713eda806017" providerId="LiveId" clId="{E645AC8F-3D22-4922-A555-CB61B360CBD3}" dt="2026-10-08T16:58:32.279" v="237"/>
          <ac:spMkLst>
            <pc:docMk/>
            <pc:sldMk cId="0" sldId="263"/>
            <ac:spMk id="16" creationId="{D358CCB4-1EB4-3DEA-A710-092CD94E5EB7}"/>
          </ac:spMkLst>
        </pc:spChg>
        <pc:spChg chg="mod">
          <ac:chgData name="Soujanya Jain" userId="eadb713eda806017" providerId="LiveId" clId="{E645AC8F-3D22-4922-A555-CB61B360CBD3}" dt="2026-10-08T17:00:54.966" v="276" actId="20577"/>
          <ac:spMkLst>
            <pc:docMk/>
            <pc:sldMk cId="0" sldId="263"/>
            <ac:spMk id="17" creationId="{C48D561C-BBD3-C1F9-578A-5A26EC9B58C2}"/>
          </ac:spMkLst>
        </pc:spChg>
        <pc:spChg chg="add mod">
          <ac:chgData name="Soujanya Jain" userId="eadb713eda806017" providerId="LiveId" clId="{E645AC8F-3D22-4922-A555-CB61B360CBD3}" dt="2026-10-08T17:01:17.954" v="278"/>
          <ac:spMkLst>
            <pc:docMk/>
            <pc:sldMk cId="0" sldId="263"/>
            <ac:spMk id="19" creationId="{CFB93E51-4616-94B5-4072-5B0518D57E8B}"/>
          </ac:spMkLst>
        </pc:spChg>
        <pc:spChg chg="add mod">
          <ac:chgData name="Soujanya Jain" userId="eadb713eda806017" providerId="LiveId" clId="{E645AC8F-3D22-4922-A555-CB61B360CBD3}" dt="2026-10-08T17:06:27.373" v="369" actId="255"/>
          <ac:spMkLst>
            <pc:docMk/>
            <pc:sldMk cId="0" sldId="263"/>
            <ac:spMk id="20" creationId="{143E622E-C90C-9EF7-22B2-6367C77F62CC}"/>
          </ac:spMkLst>
        </pc:spChg>
        <pc:spChg chg="add mod">
          <ac:chgData name="Soujanya Jain" userId="eadb713eda806017" providerId="LiveId" clId="{E645AC8F-3D22-4922-A555-CB61B360CBD3}" dt="2026-10-08T17:01:20.184" v="279"/>
          <ac:spMkLst>
            <pc:docMk/>
            <pc:sldMk cId="0" sldId="263"/>
            <ac:spMk id="22" creationId="{D25968EF-7A2D-E2CC-5A61-D4B5037DECE6}"/>
          </ac:spMkLst>
        </pc:spChg>
        <pc:spChg chg="add mod">
          <ac:chgData name="Soujanya Jain" userId="eadb713eda806017" providerId="LiveId" clId="{E645AC8F-3D22-4922-A555-CB61B360CBD3}" dt="2026-10-08T17:06:01.305" v="364" actId="255"/>
          <ac:spMkLst>
            <pc:docMk/>
            <pc:sldMk cId="0" sldId="263"/>
            <ac:spMk id="23" creationId="{BA5EFC6E-4A3D-5015-942D-BB93A8CB7530}"/>
          </ac:spMkLst>
        </pc:spChg>
        <pc:spChg chg="add mod">
          <ac:chgData name="Soujanya Jain" userId="eadb713eda806017" providerId="LiveId" clId="{E645AC8F-3D22-4922-A555-CB61B360CBD3}" dt="2026-10-08T17:01:21.108" v="280"/>
          <ac:spMkLst>
            <pc:docMk/>
            <pc:sldMk cId="0" sldId="263"/>
            <ac:spMk id="25" creationId="{60E5A325-E05F-B8F8-72DD-09414CE36011}"/>
          </ac:spMkLst>
        </pc:spChg>
        <pc:spChg chg="add mod">
          <ac:chgData name="Soujanya Jain" userId="eadb713eda806017" providerId="LiveId" clId="{E645AC8F-3D22-4922-A555-CB61B360CBD3}" dt="2026-10-08T17:05:52.502" v="363" actId="255"/>
          <ac:spMkLst>
            <pc:docMk/>
            <pc:sldMk cId="0" sldId="263"/>
            <ac:spMk id="26" creationId="{2CF489AD-A79D-A5A1-7A14-667CA00C01EC}"/>
          </ac:spMkLst>
        </pc:spChg>
        <pc:grpChg chg="add del mod">
          <ac:chgData name="Soujanya Jain" userId="eadb713eda806017" providerId="LiveId" clId="{E645AC8F-3D22-4922-A555-CB61B360CBD3}" dt="2026-10-08T17:00:47.711" v="273" actId="478"/>
          <ac:grpSpMkLst>
            <pc:docMk/>
            <pc:sldMk cId="0" sldId="263"/>
            <ac:grpSpMk id="7" creationId="{0AF7EADC-2344-DEF9-FE0A-1020B480A27A}"/>
          </ac:grpSpMkLst>
        </pc:grpChg>
        <pc:grpChg chg="add del mod">
          <ac:chgData name="Soujanya Jain" userId="eadb713eda806017" providerId="LiveId" clId="{E645AC8F-3D22-4922-A555-CB61B360CBD3}" dt="2026-10-08T17:00:51.899" v="274" actId="478"/>
          <ac:grpSpMkLst>
            <pc:docMk/>
            <pc:sldMk cId="0" sldId="263"/>
            <ac:grpSpMk id="12" creationId="{76EF9215-10BE-6D85-9530-C9CE7CBD408E}"/>
          </ac:grpSpMkLst>
        </pc:grpChg>
        <pc:grpChg chg="add del mod">
          <ac:chgData name="Soujanya Jain" userId="eadb713eda806017" providerId="LiveId" clId="{E645AC8F-3D22-4922-A555-CB61B360CBD3}" dt="2026-10-08T17:01:00.414" v="277" actId="478"/>
          <ac:grpSpMkLst>
            <pc:docMk/>
            <pc:sldMk cId="0" sldId="263"/>
            <ac:grpSpMk id="15" creationId="{B563F682-64F8-F116-C97D-E832C0E6BA42}"/>
          </ac:grpSpMkLst>
        </pc:grpChg>
        <pc:grpChg chg="add mod">
          <ac:chgData name="Soujanya Jain" userId="eadb713eda806017" providerId="LiveId" clId="{E645AC8F-3D22-4922-A555-CB61B360CBD3}" dt="2026-10-08T17:06:39.425" v="370" actId="1076"/>
          <ac:grpSpMkLst>
            <pc:docMk/>
            <pc:sldMk cId="0" sldId="263"/>
            <ac:grpSpMk id="18" creationId="{C8AFF045-428C-FCF1-AA45-7CF24DF0C490}"/>
          </ac:grpSpMkLst>
        </pc:grpChg>
        <pc:grpChg chg="add mod">
          <ac:chgData name="Soujanya Jain" userId="eadb713eda806017" providerId="LiveId" clId="{E645AC8F-3D22-4922-A555-CB61B360CBD3}" dt="2026-10-08T17:06:07.171" v="365" actId="14100"/>
          <ac:grpSpMkLst>
            <pc:docMk/>
            <pc:sldMk cId="0" sldId="263"/>
            <ac:grpSpMk id="21" creationId="{326E487E-F396-9D7C-B166-D94D53C02C0F}"/>
          </ac:grpSpMkLst>
        </pc:grpChg>
        <pc:grpChg chg="add mod">
          <ac:chgData name="Soujanya Jain" userId="eadb713eda806017" providerId="LiveId" clId="{E645AC8F-3D22-4922-A555-CB61B360CBD3}" dt="2026-10-08T17:05:01.166" v="357" actId="14100"/>
          <ac:grpSpMkLst>
            <pc:docMk/>
            <pc:sldMk cId="0" sldId="263"/>
            <ac:grpSpMk id="24" creationId="{1CE2C553-4E2C-5A17-7620-EA894C36E1B0}"/>
          </ac:grpSpMkLst>
        </pc:grpChg>
        <pc:graphicFrameChg chg="add mod modGraphic">
          <ac:chgData name="Soujanya Jain" userId="eadb713eda806017" providerId="LiveId" clId="{E645AC8F-3D22-4922-A555-CB61B360CBD3}" dt="2026-10-08T17:05:35.906" v="362" actId="255"/>
          <ac:graphicFrameMkLst>
            <pc:docMk/>
            <pc:sldMk cId="0" sldId="263"/>
            <ac:graphicFrameMk id="6" creationId="{62FF0971-C55B-C171-D6A7-F6158F7E0D30}"/>
          </ac:graphicFrameMkLst>
        </pc:graphicFrameChg>
      </pc:sldChg>
      <pc:sldChg chg="addSp delSp modSp mod">
        <pc:chgData name="Soujanya Jain" userId="eadb713eda806017" providerId="LiveId" clId="{E645AC8F-3D22-4922-A555-CB61B360CBD3}" dt="2026-10-08T17:08:49.990" v="381" actId="14100"/>
        <pc:sldMkLst>
          <pc:docMk/>
          <pc:sldMk cId="0" sldId="264"/>
        </pc:sldMkLst>
        <pc:spChg chg="del">
          <ac:chgData name="Soujanya Jain" userId="eadb713eda806017" providerId="LiveId" clId="{E645AC8F-3D22-4922-A555-CB61B360CBD3}" dt="2026-10-08T17:08:09.944" v="373" actId="478"/>
          <ac:spMkLst>
            <pc:docMk/>
            <pc:sldMk cId="0" sldId="264"/>
            <ac:spMk id="3" creationId="{00000000-0000-0000-0000-000000000000}"/>
          </ac:spMkLst>
        </pc:spChg>
        <pc:picChg chg="add mod modCrop">
          <ac:chgData name="Soujanya Jain" userId="eadb713eda806017" providerId="LiveId" clId="{E645AC8F-3D22-4922-A555-CB61B360CBD3}" dt="2026-10-08T17:08:49.990" v="381" actId="14100"/>
          <ac:picMkLst>
            <pc:docMk/>
            <pc:sldMk cId="0" sldId="264"/>
            <ac:picMk id="5" creationId="{D0024DC0-AA60-4BF5-058C-DD6982C8151A}"/>
          </ac:picMkLst>
        </pc:picChg>
      </pc:sldChg>
      <pc:sldChg chg="addSp delSp modSp mod">
        <pc:chgData name="Soujanya Jain" userId="eadb713eda806017" providerId="LiveId" clId="{E645AC8F-3D22-4922-A555-CB61B360CBD3}" dt="2026-10-08T17:14:15.267" v="436" actId="1076"/>
        <pc:sldMkLst>
          <pc:docMk/>
          <pc:sldMk cId="0" sldId="265"/>
        </pc:sldMkLst>
        <pc:spChg chg="mod">
          <ac:chgData name="Soujanya Jain" userId="eadb713eda806017" providerId="LiveId" clId="{E645AC8F-3D22-4922-A555-CB61B360CBD3}" dt="2026-10-08T17:14:15.267" v="436" actId="1076"/>
          <ac:spMkLst>
            <pc:docMk/>
            <pc:sldMk cId="0" sldId="265"/>
            <ac:spMk id="2" creationId="{00000000-0000-0000-0000-000000000000}"/>
          </ac:spMkLst>
        </pc:spChg>
        <pc:spChg chg="del">
          <ac:chgData name="Soujanya Jain" userId="eadb713eda806017" providerId="LiveId" clId="{E645AC8F-3D22-4922-A555-CB61B360CBD3}" dt="2026-10-08T17:09:05.971" v="382" actId="478"/>
          <ac:spMkLst>
            <pc:docMk/>
            <pc:sldMk cId="0" sldId="265"/>
            <ac:spMk id="3" creationId="{00000000-0000-0000-0000-000000000000}"/>
          </ac:spMkLst>
        </pc:spChg>
        <pc:spChg chg="add mod">
          <ac:chgData name="Soujanya Jain" userId="eadb713eda806017" providerId="LiveId" clId="{E645AC8F-3D22-4922-A555-CB61B360CBD3}" dt="2026-10-08T17:13:14.162" v="429" actId="12"/>
          <ac:spMkLst>
            <pc:docMk/>
            <pc:sldMk cId="0" sldId="265"/>
            <ac:spMk id="4" creationId="{ACAFDC2E-BF8E-4A1E-7AC5-9C85EFE046D4}"/>
          </ac:spMkLst>
        </pc:spChg>
        <pc:spChg chg="add del mod">
          <ac:chgData name="Soujanya Jain" userId="eadb713eda806017" providerId="LiveId" clId="{E645AC8F-3D22-4922-A555-CB61B360CBD3}" dt="2026-10-08T17:09:54.902" v="394" actId="478"/>
          <ac:spMkLst>
            <pc:docMk/>
            <pc:sldMk cId="0" sldId="265"/>
            <ac:spMk id="6" creationId="{30E57D23-7718-BDA9-F5E5-3DA955423A55}"/>
          </ac:spMkLst>
        </pc:spChg>
        <pc:spChg chg="add del mod">
          <ac:chgData name="Soujanya Jain" userId="eadb713eda806017" providerId="LiveId" clId="{E645AC8F-3D22-4922-A555-CB61B360CBD3}" dt="2026-10-08T17:09:51.308" v="392" actId="478"/>
          <ac:spMkLst>
            <pc:docMk/>
            <pc:sldMk cId="0" sldId="265"/>
            <ac:spMk id="8" creationId="{590B65B0-9B13-A656-53F9-779E5FDB59A2}"/>
          </ac:spMkLst>
        </pc:spChg>
        <pc:spChg chg="add del mod">
          <ac:chgData name="Soujanya Jain" userId="eadb713eda806017" providerId="LiveId" clId="{E645AC8F-3D22-4922-A555-CB61B360CBD3}" dt="2026-10-08T17:09:53.384" v="393" actId="478"/>
          <ac:spMkLst>
            <pc:docMk/>
            <pc:sldMk cId="0" sldId="265"/>
            <ac:spMk id="10" creationId="{A773F2EA-E4EE-3475-41D3-35F1BA5B640E}"/>
          </ac:spMkLst>
        </pc:spChg>
        <pc:spChg chg="add mod">
          <ac:chgData name="Soujanya Jain" userId="eadb713eda806017" providerId="LiveId" clId="{E645AC8F-3D22-4922-A555-CB61B360CBD3}" dt="2026-10-08T17:13:40.007" v="431" actId="12"/>
          <ac:spMkLst>
            <pc:docMk/>
            <pc:sldMk cId="0" sldId="265"/>
            <ac:spMk id="12" creationId="{717B3F04-7B0D-E67D-9B82-4BD089C62F21}"/>
          </ac:spMkLst>
        </pc:spChg>
        <pc:spChg chg="add mod">
          <ac:chgData name="Soujanya Jain" userId="eadb713eda806017" providerId="LiveId" clId="{E645AC8F-3D22-4922-A555-CB61B360CBD3}" dt="2026-10-08T17:13:59.209" v="434" actId="12"/>
          <ac:spMkLst>
            <pc:docMk/>
            <pc:sldMk cId="0" sldId="265"/>
            <ac:spMk id="14" creationId="{990326E1-1510-200C-A0C2-1BD39E1C88BD}"/>
          </ac:spMkLst>
        </pc:spChg>
        <pc:spChg chg="add mod">
          <ac:chgData name="Soujanya Jain" userId="eadb713eda806017" providerId="LiveId" clId="{E645AC8F-3D22-4922-A555-CB61B360CBD3}" dt="2026-10-08T17:13:23.581" v="430" actId="12"/>
          <ac:spMkLst>
            <pc:docMk/>
            <pc:sldMk cId="0" sldId="265"/>
            <ac:spMk id="16" creationId="{834FD731-4307-425F-7FD6-88B5AD53D867}"/>
          </ac:spMkLst>
        </pc:spChg>
        <pc:spChg chg="add del mod">
          <ac:chgData name="Soujanya Jain" userId="eadb713eda806017" providerId="LiveId" clId="{E645AC8F-3D22-4922-A555-CB61B360CBD3}" dt="2026-10-08T17:11:12.067" v="415" actId="22"/>
          <ac:spMkLst>
            <pc:docMk/>
            <pc:sldMk cId="0" sldId="265"/>
            <ac:spMk id="18" creationId="{DAE0CB19-0FAF-D377-EA83-45E3C91FF8BA}"/>
          </ac:spMkLst>
        </pc:spChg>
      </pc:sldChg>
      <pc:sldChg chg="addSp delSp modSp mod">
        <pc:chgData name="Soujanya Jain" userId="eadb713eda806017" providerId="LiveId" clId="{E645AC8F-3D22-4922-A555-CB61B360CBD3}" dt="2026-10-08T17:16:45.724" v="451" actId="14734"/>
        <pc:sldMkLst>
          <pc:docMk/>
          <pc:sldMk cId="0" sldId="266"/>
        </pc:sldMkLst>
        <pc:spChg chg="mod">
          <ac:chgData name="Soujanya Jain" userId="eadb713eda806017" providerId="LiveId" clId="{E645AC8F-3D22-4922-A555-CB61B360CBD3}" dt="2026-10-08T17:15:31.441" v="445" actId="1076"/>
          <ac:spMkLst>
            <pc:docMk/>
            <pc:sldMk cId="0" sldId="266"/>
            <ac:spMk id="2" creationId="{00000000-0000-0000-0000-000000000000}"/>
          </ac:spMkLst>
        </pc:spChg>
        <pc:spChg chg="del mod">
          <ac:chgData name="Soujanya Jain" userId="eadb713eda806017" providerId="LiveId" clId="{E645AC8F-3D22-4922-A555-CB61B360CBD3}" dt="2026-10-08T17:14:37.811" v="438" actId="478"/>
          <ac:spMkLst>
            <pc:docMk/>
            <pc:sldMk cId="0" sldId="266"/>
            <ac:spMk id="3" creationId="{00000000-0000-0000-0000-000000000000}"/>
          </ac:spMkLst>
        </pc:spChg>
        <pc:graphicFrameChg chg="add mod modGraphic">
          <ac:chgData name="Soujanya Jain" userId="eadb713eda806017" providerId="LiveId" clId="{E645AC8F-3D22-4922-A555-CB61B360CBD3}" dt="2026-10-08T17:16:45.724" v="451" actId="14734"/>
          <ac:graphicFrameMkLst>
            <pc:docMk/>
            <pc:sldMk cId="0" sldId="266"/>
            <ac:graphicFrameMk id="4" creationId="{9C510C1D-F796-DE46-D0C2-203ABACF9A36}"/>
          </ac:graphicFrameMkLst>
        </pc:graphicFrameChg>
      </pc:sldChg>
      <pc:sldChg chg="addSp delSp modSp mod">
        <pc:chgData name="Soujanya Jain" userId="eadb713eda806017" providerId="LiveId" clId="{E645AC8F-3D22-4922-A555-CB61B360CBD3}" dt="2026-10-08T17:24:40.679" v="530" actId="255"/>
        <pc:sldMkLst>
          <pc:docMk/>
          <pc:sldMk cId="0" sldId="267"/>
        </pc:sldMkLst>
        <pc:spChg chg="mod">
          <ac:chgData name="Soujanya Jain" userId="eadb713eda806017" providerId="LiveId" clId="{E645AC8F-3D22-4922-A555-CB61B360CBD3}" dt="2026-10-08T17:17:46.313" v="461" actId="1076"/>
          <ac:spMkLst>
            <pc:docMk/>
            <pc:sldMk cId="0" sldId="267"/>
            <ac:spMk id="2" creationId="{00000000-0000-0000-0000-000000000000}"/>
          </ac:spMkLst>
        </pc:spChg>
        <pc:spChg chg="del mod">
          <ac:chgData name="Soujanya Jain" userId="eadb713eda806017" providerId="LiveId" clId="{E645AC8F-3D22-4922-A555-CB61B360CBD3}" dt="2026-10-08T17:17:20.380" v="454" actId="478"/>
          <ac:spMkLst>
            <pc:docMk/>
            <pc:sldMk cId="0" sldId="267"/>
            <ac:spMk id="3" creationId="{00000000-0000-0000-0000-000000000000}"/>
          </ac:spMkLst>
        </pc:spChg>
        <pc:spChg chg="add mod">
          <ac:chgData name="Soujanya Jain" userId="eadb713eda806017" providerId="LiveId" clId="{E645AC8F-3D22-4922-A555-CB61B360CBD3}" dt="2026-10-08T17:17:53.760" v="462" actId="1076"/>
          <ac:spMkLst>
            <pc:docMk/>
            <pc:sldMk cId="0" sldId="267"/>
            <ac:spMk id="5" creationId="{DB1A4E16-1473-5F13-3CC6-9A666176922F}"/>
          </ac:spMkLst>
        </pc:spChg>
        <pc:spChg chg="add mod">
          <ac:chgData name="Soujanya Jain" userId="eadb713eda806017" providerId="LiveId" clId="{E645AC8F-3D22-4922-A555-CB61B360CBD3}" dt="2026-10-08T17:23:51.074" v="520" actId="1076"/>
          <ac:spMkLst>
            <pc:docMk/>
            <pc:sldMk cId="0" sldId="267"/>
            <ac:spMk id="6" creationId="{62B5FE2B-6ED6-5CA7-D9DA-95784508BF59}"/>
          </ac:spMkLst>
        </pc:spChg>
        <pc:spChg chg="add mod">
          <ac:chgData name="Soujanya Jain" userId="eadb713eda806017" providerId="LiveId" clId="{E645AC8F-3D22-4922-A555-CB61B360CBD3}" dt="2026-10-08T17:23:54.400" v="521" actId="1076"/>
          <ac:spMkLst>
            <pc:docMk/>
            <pc:sldMk cId="0" sldId="267"/>
            <ac:spMk id="8" creationId="{6C738FD4-FE74-05D4-5CF3-CE7ED4AE4F0E}"/>
          </ac:spMkLst>
        </pc:spChg>
        <pc:spChg chg="add mod">
          <ac:chgData name="Soujanya Jain" userId="eadb713eda806017" providerId="LiveId" clId="{E645AC8F-3D22-4922-A555-CB61B360CBD3}" dt="2026-10-08T17:23:59.608" v="522" actId="1076"/>
          <ac:spMkLst>
            <pc:docMk/>
            <pc:sldMk cId="0" sldId="267"/>
            <ac:spMk id="10" creationId="{BB764AC0-F444-F341-66FF-91B9C54C16F2}"/>
          </ac:spMkLst>
        </pc:spChg>
        <pc:spChg chg="add mod">
          <ac:chgData name="Soujanya Jain" userId="eadb713eda806017" providerId="LiveId" clId="{E645AC8F-3D22-4922-A555-CB61B360CBD3}" dt="2026-10-08T17:24:04.843" v="523" actId="1076"/>
          <ac:spMkLst>
            <pc:docMk/>
            <pc:sldMk cId="0" sldId="267"/>
            <ac:spMk id="12" creationId="{17AA2D56-BD24-0253-9D49-CEF05D7449C4}"/>
          </ac:spMkLst>
        </pc:spChg>
        <pc:spChg chg="add mod">
          <ac:chgData name="Soujanya Jain" userId="eadb713eda806017" providerId="LiveId" clId="{E645AC8F-3D22-4922-A555-CB61B360CBD3}" dt="2026-10-08T17:24:07.315" v="524" actId="1076"/>
          <ac:spMkLst>
            <pc:docMk/>
            <pc:sldMk cId="0" sldId="267"/>
            <ac:spMk id="14" creationId="{849D190C-2F11-D8C0-0700-83A5B65FAECE}"/>
          </ac:spMkLst>
        </pc:spChg>
        <pc:spChg chg="add mod">
          <ac:chgData name="Soujanya Jain" userId="eadb713eda806017" providerId="LiveId" clId="{E645AC8F-3D22-4922-A555-CB61B360CBD3}" dt="2026-10-08T17:24:10.819" v="525" actId="1076"/>
          <ac:spMkLst>
            <pc:docMk/>
            <pc:sldMk cId="0" sldId="267"/>
            <ac:spMk id="16" creationId="{9A9107D2-DAE8-0051-A9B8-D9CDF3D04F0E}"/>
          </ac:spMkLst>
        </pc:spChg>
        <pc:spChg chg="add del">
          <ac:chgData name="Soujanya Jain" userId="eadb713eda806017" providerId="LiveId" clId="{E645AC8F-3D22-4922-A555-CB61B360CBD3}" dt="2026-10-08T17:19:44.392" v="484" actId="478"/>
          <ac:spMkLst>
            <pc:docMk/>
            <pc:sldMk cId="0" sldId="267"/>
            <ac:spMk id="18" creationId="{E399AAFE-C689-FE56-18D4-3254D539C2F8}"/>
          </ac:spMkLst>
        </pc:spChg>
        <pc:spChg chg="add del mod">
          <ac:chgData name="Soujanya Jain" userId="eadb713eda806017" providerId="LiveId" clId="{E645AC8F-3D22-4922-A555-CB61B360CBD3}" dt="2026-10-08T17:21:20.742" v="496" actId="478"/>
          <ac:spMkLst>
            <pc:docMk/>
            <pc:sldMk cId="0" sldId="267"/>
            <ac:spMk id="20" creationId="{FBDE2287-33C7-E471-53F9-38615F3FF63A}"/>
          </ac:spMkLst>
        </pc:spChg>
        <pc:spChg chg="add mod">
          <ac:chgData name="Soujanya Jain" userId="eadb713eda806017" providerId="LiveId" clId="{E645AC8F-3D22-4922-A555-CB61B360CBD3}" dt="2026-10-08T17:24:20.775" v="528" actId="1076"/>
          <ac:spMkLst>
            <pc:docMk/>
            <pc:sldMk cId="0" sldId="267"/>
            <ac:spMk id="22" creationId="{60BC6FE9-8BC7-2487-D994-15C3AF5F9A16}"/>
          </ac:spMkLst>
        </pc:spChg>
        <pc:spChg chg="add mod">
          <ac:chgData name="Soujanya Jain" userId="eadb713eda806017" providerId="LiveId" clId="{E645AC8F-3D22-4922-A555-CB61B360CBD3}" dt="2026-10-08T17:24:17.540" v="527" actId="1076"/>
          <ac:spMkLst>
            <pc:docMk/>
            <pc:sldMk cId="0" sldId="267"/>
            <ac:spMk id="24" creationId="{473EFD58-870B-E6C9-C59A-52031C73D540}"/>
          </ac:spMkLst>
        </pc:spChg>
        <pc:spChg chg="add mod">
          <ac:chgData name="Soujanya Jain" userId="eadb713eda806017" providerId="LiveId" clId="{E645AC8F-3D22-4922-A555-CB61B360CBD3}" dt="2026-10-08T17:24:14.249" v="526" actId="1076"/>
          <ac:spMkLst>
            <pc:docMk/>
            <pc:sldMk cId="0" sldId="267"/>
            <ac:spMk id="26" creationId="{988EB8EA-A14F-5ADE-62D3-8950B9D9732E}"/>
          </ac:spMkLst>
        </pc:spChg>
        <pc:spChg chg="add mod">
          <ac:chgData name="Soujanya Jain" userId="eadb713eda806017" providerId="LiveId" clId="{E645AC8F-3D22-4922-A555-CB61B360CBD3}" dt="2026-10-08T17:24:40.679" v="530" actId="255"/>
          <ac:spMkLst>
            <pc:docMk/>
            <pc:sldMk cId="0" sldId="267"/>
            <ac:spMk id="28" creationId="{44D5FF22-120E-74CE-E591-D1D86DF4ADD0}"/>
          </ac:spMkLst>
        </pc:spChg>
      </pc:sldChg>
      <pc:sldChg chg="addSp delSp modSp mod">
        <pc:chgData name="Soujanya Jain" userId="eadb713eda806017" providerId="LiveId" clId="{E645AC8F-3D22-4922-A555-CB61B360CBD3}" dt="2026-10-08T17:25:43.867" v="540" actId="14100"/>
        <pc:sldMkLst>
          <pc:docMk/>
          <pc:sldMk cId="0" sldId="268"/>
        </pc:sldMkLst>
        <pc:spChg chg="mod">
          <ac:chgData name="Soujanya Jain" userId="eadb713eda806017" providerId="LiveId" clId="{E645AC8F-3D22-4922-A555-CB61B360CBD3}" dt="2026-10-08T17:25:38.145" v="539" actId="1076"/>
          <ac:spMkLst>
            <pc:docMk/>
            <pc:sldMk cId="0" sldId="268"/>
            <ac:spMk id="2" creationId="{00000000-0000-0000-0000-000000000000}"/>
          </ac:spMkLst>
        </pc:spChg>
        <pc:spChg chg="del mod">
          <ac:chgData name="Soujanya Jain" userId="eadb713eda806017" providerId="LiveId" clId="{E645AC8F-3D22-4922-A555-CB61B360CBD3}" dt="2026-10-08T17:24:57.869" v="532" actId="478"/>
          <ac:spMkLst>
            <pc:docMk/>
            <pc:sldMk cId="0" sldId="268"/>
            <ac:spMk id="3" creationId="{00000000-0000-0000-0000-000000000000}"/>
          </ac:spMkLst>
        </pc:spChg>
        <pc:picChg chg="add mod modCrop">
          <ac:chgData name="Soujanya Jain" userId="eadb713eda806017" providerId="LiveId" clId="{E645AC8F-3D22-4922-A555-CB61B360CBD3}" dt="2026-10-08T17:25:43.867" v="540" actId="14100"/>
          <ac:picMkLst>
            <pc:docMk/>
            <pc:sldMk cId="0" sldId="268"/>
            <ac:picMk id="5" creationId="{B1264F99-D86E-7D9C-5305-E73D61FFEB23}"/>
          </ac:picMkLst>
        </pc:picChg>
      </pc:sldChg>
      <pc:sldChg chg="addSp delSp modSp mod">
        <pc:chgData name="Soujanya Jain" userId="eadb713eda806017" providerId="LiveId" clId="{E645AC8F-3D22-4922-A555-CB61B360CBD3}" dt="2026-10-08T17:26:54.456" v="552" actId="1076"/>
        <pc:sldMkLst>
          <pc:docMk/>
          <pc:sldMk cId="0" sldId="269"/>
        </pc:sldMkLst>
        <pc:spChg chg="mod">
          <ac:chgData name="Soujanya Jain" userId="eadb713eda806017" providerId="LiveId" clId="{E645AC8F-3D22-4922-A555-CB61B360CBD3}" dt="2026-10-08T17:26:54.456" v="552" actId="1076"/>
          <ac:spMkLst>
            <pc:docMk/>
            <pc:sldMk cId="0" sldId="269"/>
            <ac:spMk id="2" creationId="{00000000-0000-0000-0000-000000000000}"/>
          </ac:spMkLst>
        </pc:spChg>
        <pc:spChg chg="del">
          <ac:chgData name="Soujanya Jain" userId="eadb713eda806017" providerId="LiveId" clId="{E645AC8F-3D22-4922-A555-CB61B360CBD3}" dt="2026-10-08T17:26:03.519" v="541" actId="478"/>
          <ac:spMkLst>
            <pc:docMk/>
            <pc:sldMk cId="0" sldId="269"/>
            <ac:spMk id="3" creationId="{00000000-0000-0000-0000-000000000000}"/>
          </ac:spMkLst>
        </pc:spChg>
        <pc:spChg chg="add mod">
          <ac:chgData name="Soujanya Jain" userId="eadb713eda806017" providerId="LiveId" clId="{E645AC8F-3D22-4922-A555-CB61B360CBD3}" dt="2026-10-08T17:26:33.411" v="549" actId="113"/>
          <ac:spMkLst>
            <pc:docMk/>
            <pc:sldMk cId="0" sldId="269"/>
            <ac:spMk id="5" creationId="{B1E07FF2-20A2-5EFB-A6C7-073514AD68AC}"/>
          </ac:spMkLst>
        </pc:spChg>
      </pc:sldChg>
      <pc:sldChg chg="addSp delSp modSp mod">
        <pc:chgData name="Soujanya Jain" userId="eadb713eda806017" providerId="LiveId" clId="{E645AC8F-3D22-4922-A555-CB61B360CBD3}" dt="2026-10-08T17:34:00.506" v="784" actId="403"/>
        <pc:sldMkLst>
          <pc:docMk/>
          <pc:sldMk cId="0" sldId="270"/>
        </pc:sldMkLst>
        <pc:spChg chg="del mod">
          <ac:chgData name="Soujanya Jain" userId="eadb713eda806017" providerId="LiveId" clId="{E645AC8F-3D22-4922-A555-CB61B360CBD3}" dt="2026-10-08T17:27:47.962" v="554" actId="478"/>
          <ac:spMkLst>
            <pc:docMk/>
            <pc:sldMk cId="0" sldId="270"/>
            <ac:spMk id="3" creationId="{00000000-0000-0000-0000-000000000000}"/>
          </ac:spMkLst>
        </pc:spChg>
        <pc:spChg chg="add mod">
          <ac:chgData name="Soujanya Jain" userId="eadb713eda806017" providerId="LiveId" clId="{E645AC8F-3D22-4922-A555-CB61B360CBD3}" dt="2026-10-08T17:32:05.424" v="739" actId="113"/>
          <ac:spMkLst>
            <pc:docMk/>
            <pc:sldMk cId="0" sldId="270"/>
            <ac:spMk id="4" creationId="{9CB55BC4-95F9-D965-C31B-A4C2F0835212}"/>
          </ac:spMkLst>
        </pc:spChg>
        <pc:spChg chg="add mod">
          <ac:chgData name="Soujanya Jain" userId="eadb713eda806017" providerId="LiveId" clId="{E645AC8F-3D22-4922-A555-CB61B360CBD3}" dt="2026-10-08T17:32:17.060" v="743" actId="207"/>
          <ac:spMkLst>
            <pc:docMk/>
            <pc:sldMk cId="0" sldId="270"/>
            <ac:spMk id="6" creationId="{CB61A296-08C1-9CD0-C408-C819CE7CB41A}"/>
          </ac:spMkLst>
        </pc:spChg>
        <pc:spChg chg="add mod">
          <ac:chgData name="Soujanya Jain" userId="eadb713eda806017" providerId="LiveId" clId="{E645AC8F-3D22-4922-A555-CB61B360CBD3}" dt="2026-10-08T17:33:42.923" v="775" actId="207"/>
          <ac:spMkLst>
            <pc:docMk/>
            <pc:sldMk cId="0" sldId="270"/>
            <ac:spMk id="8" creationId="{4C8178F2-F721-2A98-8D17-CCAFBE7D9844}"/>
          </ac:spMkLst>
        </pc:spChg>
        <pc:spChg chg="add mod">
          <ac:chgData name="Soujanya Jain" userId="eadb713eda806017" providerId="LiveId" clId="{E645AC8F-3D22-4922-A555-CB61B360CBD3}" dt="2026-10-08T17:34:00.506" v="784" actId="403"/>
          <ac:spMkLst>
            <pc:docMk/>
            <pc:sldMk cId="0" sldId="270"/>
            <ac:spMk id="10" creationId="{F75D7694-08B0-CDAA-949C-D342BD603D43}"/>
          </ac:spMkLst>
        </pc:spChg>
        <pc:spChg chg="add mod">
          <ac:chgData name="Soujanya Jain" userId="eadb713eda806017" providerId="LiveId" clId="{E645AC8F-3D22-4922-A555-CB61B360CBD3}" dt="2026-10-08T17:33:55.243" v="781" actId="403"/>
          <ac:spMkLst>
            <pc:docMk/>
            <pc:sldMk cId="0" sldId="270"/>
            <ac:spMk id="12" creationId="{5FA1B858-04E2-78D0-3F18-505899D04F24}"/>
          </ac:spMkLst>
        </pc:spChg>
        <pc:spChg chg="add mod">
          <ac:chgData name="Soujanya Jain" userId="eadb713eda806017" providerId="LiveId" clId="{E645AC8F-3D22-4922-A555-CB61B360CBD3}" dt="2026-10-08T17:33:49.692" v="778" actId="207"/>
          <ac:spMkLst>
            <pc:docMk/>
            <pc:sldMk cId="0" sldId="270"/>
            <ac:spMk id="14" creationId="{D0B723C9-82C4-A213-9090-357A92A7B848}"/>
          </ac:spMkLst>
        </pc:spChg>
        <pc:spChg chg="add mod">
          <ac:chgData name="Soujanya Jain" userId="eadb713eda806017" providerId="LiveId" clId="{E645AC8F-3D22-4922-A555-CB61B360CBD3}" dt="2026-10-08T17:33:01.850" v="759" actId="207"/>
          <ac:spMkLst>
            <pc:docMk/>
            <pc:sldMk cId="0" sldId="270"/>
            <ac:spMk id="16" creationId="{1A58ACD5-FA83-D006-9024-6603D5A35D5A}"/>
          </ac:spMkLst>
        </pc:spChg>
        <pc:spChg chg="add mod">
          <ac:chgData name="Soujanya Jain" userId="eadb713eda806017" providerId="LiveId" clId="{E645AC8F-3D22-4922-A555-CB61B360CBD3}" dt="2026-10-08T17:33:14.941" v="763" actId="207"/>
          <ac:spMkLst>
            <pc:docMk/>
            <pc:sldMk cId="0" sldId="270"/>
            <ac:spMk id="18" creationId="{9F36AB76-E85B-777A-BCB1-C3B545188629}"/>
          </ac:spMkLst>
        </pc:spChg>
        <pc:spChg chg="add mod">
          <ac:chgData name="Soujanya Jain" userId="eadb713eda806017" providerId="LiveId" clId="{E645AC8F-3D22-4922-A555-CB61B360CBD3}" dt="2026-10-08T17:33:29.698" v="769" actId="207"/>
          <ac:spMkLst>
            <pc:docMk/>
            <pc:sldMk cId="0" sldId="270"/>
            <ac:spMk id="20" creationId="{3DB23C2D-8FC4-8EDE-2B96-171DDD827D87}"/>
          </ac:spMkLst>
        </pc:spChg>
        <pc:spChg chg="add mod">
          <ac:chgData name="Soujanya Jain" userId="eadb713eda806017" providerId="LiveId" clId="{E645AC8F-3D22-4922-A555-CB61B360CBD3}" dt="2026-10-08T17:32:55.024" v="756" actId="207"/>
          <ac:spMkLst>
            <pc:docMk/>
            <pc:sldMk cId="0" sldId="270"/>
            <ac:spMk id="22" creationId="{24B9B463-621F-6D86-566C-3CB205121B0F}"/>
          </ac:spMkLst>
        </pc:spChg>
        <pc:spChg chg="add mod">
          <ac:chgData name="Soujanya Jain" userId="eadb713eda806017" providerId="LiveId" clId="{E645AC8F-3D22-4922-A555-CB61B360CBD3}" dt="2026-10-08T17:32:23.732" v="746" actId="207"/>
          <ac:spMkLst>
            <pc:docMk/>
            <pc:sldMk cId="0" sldId="270"/>
            <ac:spMk id="24" creationId="{D4E08AB2-9FFF-B7FB-C140-428960F42055}"/>
          </ac:spMkLst>
        </pc:spChg>
        <pc:spChg chg="add del mod">
          <ac:chgData name="Soujanya Jain" userId="eadb713eda806017" providerId="LiveId" clId="{E645AC8F-3D22-4922-A555-CB61B360CBD3}" dt="2026-10-08T17:31:37.390" v="732" actId="478"/>
          <ac:spMkLst>
            <pc:docMk/>
            <pc:sldMk cId="0" sldId="270"/>
            <ac:spMk id="26" creationId="{D4AB8CCF-93FB-C3BA-E7D4-57C74B2E3A52}"/>
          </ac:spMkLst>
        </pc:spChg>
      </pc:sldChg>
      <pc:sldChg chg="addSp modSp mod">
        <pc:chgData name="Soujanya Jain" userId="eadb713eda806017" providerId="LiveId" clId="{E645AC8F-3D22-4922-A555-CB61B360CBD3}" dt="2026-10-08T16:33:25.610" v="54" actId="1076"/>
        <pc:sldMkLst>
          <pc:docMk/>
          <pc:sldMk cId="0" sldId="271"/>
        </pc:sldMkLst>
        <pc:spChg chg="add mod">
          <ac:chgData name="Soujanya Jain" userId="eadb713eda806017" providerId="LiveId" clId="{E645AC8F-3D22-4922-A555-CB61B360CBD3}" dt="2026-10-08T16:33:25.610" v="54" actId="1076"/>
          <ac:spMkLst>
            <pc:docMk/>
            <pc:sldMk cId="0" sldId="271"/>
            <ac:spMk id="7" creationId="{2754F862-B4BF-ED77-A628-EDECA77F70F9}"/>
          </ac:spMkLst>
        </pc:spChg>
        <pc:spChg chg="mod">
          <ac:chgData name="Soujanya Jain" userId="eadb713eda806017" providerId="LiveId" clId="{E645AC8F-3D22-4922-A555-CB61B360CBD3}" dt="2026-10-08T16:31:56.515" v="45" actId="1076"/>
          <ac:spMkLst>
            <pc:docMk/>
            <pc:sldMk cId="0" sldId="271"/>
            <ac:spMk id="1048594" creationId="{00000000-0000-0000-0000-000000000000}"/>
          </ac:spMkLst>
        </pc:spChg>
        <pc:spChg chg="mod">
          <ac:chgData name="Soujanya Jain" userId="eadb713eda806017" providerId="LiveId" clId="{E645AC8F-3D22-4922-A555-CB61B360CBD3}" dt="2026-10-08T16:32:08.443" v="47" actId="1076"/>
          <ac:spMkLst>
            <pc:docMk/>
            <pc:sldMk cId="0" sldId="271"/>
            <ac:spMk id="1048595" creationId="{00000000-0000-0000-0000-000000000000}"/>
          </ac:spMkLst>
        </pc:spChg>
        <pc:spChg chg="mod">
          <ac:chgData name="Soujanya Jain" userId="eadb713eda806017" providerId="LiveId" clId="{E645AC8F-3D22-4922-A555-CB61B360CBD3}" dt="2026-10-08T16:31:47.034" v="44" actId="255"/>
          <ac:spMkLst>
            <pc:docMk/>
            <pc:sldMk cId="0" sldId="271"/>
            <ac:spMk id="1048596" creationId="{00000000-0000-0000-0000-000000000000}"/>
          </ac:spMkLst>
        </pc:spChg>
        <pc:graphicFrameChg chg="mod modGraphic">
          <ac:chgData name="Soujanya Jain" userId="eadb713eda806017" providerId="LiveId" clId="{E645AC8F-3D22-4922-A555-CB61B360CBD3}" dt="2026-10-08T16:32:03.466" v="46" actId="1076"/>
          <ac:graphicFrameMkLst>
            <pc:docMk/>
            <pc:sldMk cId="0" sldId="271"/>
            <ac:graphicFrameMk id="5" creationId="{44533E2E-3284-A156-A190-BB8FB07A6ED2}"/>
          </ac:graphicFrameMkLst>
        </pc:graphicFrameChg>
        <pc:picChg chg="mod">
          <ac:chgData name="Soujanya Jain" userId="eadb713eda806017" providerId="LiveId" clId="{E645AC8F-3D22-4922-A555-CB61B360CBD3}" dt="2026-10-08T16:30:46.664" v="38" actId="1076"/>
          <ac:picMkLst>
            <pc:docMk/>
            <pc:sldMk cId="0" sldId="271"/>
            <ac:picMk id="3" creationId="{D508D572-926C-81E2-37C6-5C04CB42A015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7AA74F-0153-43CE-A5E5-D2371D6B394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4D7527C-CC5B-4848-825C-7B5A3E9DE237}">
      <dgm:prSet phldrT="[Text]"/>
      <dgm:spPr/>
      <dgm:t>
        <a:bodyPr/>
        <a:lstStyle/>
        <a:p>
          <a:pPr>
            <a:buNone/>
          </a:pPr>
          <a:r>
            <a:rPr lang="en-IN" dirty="0"/>
            <a:t>Increasing number of projects and tasks makes manual workload planning difficult.</a:t>
          </a:r>
        </a:p>
      </dgm:t>
    </dgm:pt>
    <dgm:pt modelId="{F83B48E0-6C83-434E-A77F-4636AC8E1802}" type="parTrans" cxnId="{510775B6-C5A5-4D40-A202-DEEF6548E469}">
      <dgm:prSet/>
      <dgm:spPr/>
      <dgm:t>
        <a:bodyPr/>
        <a:lstStyle/>
        <a:p>
          <a:endParaRPr lang="en-IN"/>
        </a:p>
      </dgm:t>
    </dgm:pt>
    <dgm:pt modelId="{B565C3E1-3624-45C5-B660-A78DAD1AC80F}" type="sibTrans" cxnId="{510775B6-C5A5-4D40-A202-DEEF6548E469}">
      <dgm:prSet/>
      <dgm:spPr/>
      <dgm:t>
        <a:bodyPr/>
        <a:lstStyle/>
        <a:p>
          <a:endParaRPr lang="en-IN"/>
        </a:p>
      </dgm:t>
    </dgm:pt>
    <dgm:pt modelId="{8C8C08C0-0523-48FC-91B4-0101EA7DC62E}">
      <dgm:prSet phldrT="[Text]"/>
      <dgm:spPr/>
      <dgm:t>
        <a:bodyPr/>
        <a:lstStyle/>
        <a:p>
          <a:pPr>
            <a:buNone/>
          </a:pPr>
          <a:r>
            <a:rPr lang="en-IN" dirty="0"/>
            <a:t>Future workload needs to be estimated before resource shortages occur.</a:t>
          </a:r>
        </a:p>
      </dgm:t>
    </dgm:pt>
    <dgm:pt modelId="{23DECED1-EC2E-421F-AC38-76B3AE6DD3C9}" type="parTrans" cxnId="{54F2929F-A88F-41B6-8DF5-083736D6FD74}">
      <dgm:prSet/>
      <dgm:spPr/>
      <dgm:t>
        <a:bodyPr/>
        <a:lstStyle/>
        <a:p>
          <a:endParaRPr lang="en-IN"/>
        </a:p>
      </dgm:t>
    </dgm:pt>
    <dgm:pt modelId="{BAEE0E6E-7DB5-4793-8414-CFB4E01C218A}" type="sibTrans" cxnId="{54F2929F-A88F-41B6-8DF5-083736D6FD74}">
      <dgm:prSet/>
      <dgm:spPr/>
      <dgm:t>
        <a:bodyPr/>
        <a:lstStyle/>
        <a:p>
          <a:endParaRPr lang="en-IN"/>
        </a:p>
      </dgm:t>
    </dgm:pt>
    <dgm:pt modelId="{32189738-21F9-4DBC-8D19-262496644677}">
      <dgm:prSet phldrT="[Text]"/>
      <dgm:spPr/>
      <dgm:t>
        <a:bodyPr/>
        <a:lstStyle/>
        <a:p>
          <a:pPr>
            <a:buNone/>
          </a:pPr>
          <a:r>
            <a:rPr lang="en-IN" dirty="0"/>
            <a:t>Managers need better visibility into </a:t>
          </a:r>
          <a:r>
            <a:rPr lang="en-IN" b="1" dirty="0"/>
            <a:t>employee capacity and workload distribution</a:t>
          </a:r>
          <a:endParaRPr lang="en-IN" dirty="0"/>
        </a:p>
      </dgm:t>
    </dgm:pt>
    <dgm:pt modelId="{099A6898-EA58-4356-AD7F-B1FA8DE5BF7E}" type="parTrans" cxnId="{2B40E20F-CC37-4BC1-8A94-B5CB4B36717A}">
      <dgm:prSet/>
      <dgm:spPr/>
      <dgm:t>
        <a:bodyPr/>
        <a:lstStyle/>
        <a:p>
          <a:endParaRPr lang="en-IN"/>
        </a:p>
      </dgm:t>
    </dgm:pt>
    <dgm:pt modelId="{26425EE3-1FEC-4599-900F-ADC261BA2BB1}" type="sibTrans" cxnId="{2B40E20F-CC37-4BC1-8A94-B5CB4B36717A}">
      <dgm:prSet/>
      <dgm:spPr/>
      <dgm:t>
        <a:bodyPr/>
        <a:lstStyle/>
        <a:p>
          <a:endParaRPr lang="en-IN"/>
        </a:p>
      </dgm:t>
    </dgm:pt>
    <dgm:pt modelId="{655E43C6-37E0-48C8-B8B5-ECA2F45CC7D5}">
      <dgm:prSet phldrT="[Text]"/>
      <dgm:spPr/>
      <dgm:t>
        <a:bodyPr/>
        <a:lstStyle/>
        <a:p>
          <a:pPr>
            <a:buNone/>
          </a:pPr>
          <a:r>
            <a:rPr lang="en-IN" dirty="0"/>
            <a:t>Early identification of overload can help reduce project delays and workload imbalance.</a:t>
          </a:r>
        </a:p>
      </dgm:t>
    </dgm:pt>
    <dgm:pt modelId="{49148ADB-F97A-48F5-AFEC-D1747B9AD2E1}" type="parTrans" cxnId="{91F188DE-1F05-4096-B4CB-E442074AF73C}">
      <dgm:prSet/>
      <dgm:spPr/>
      <dgm:t>
        <a:bodyPr/>
        <a:lstStyle/>
        <a:p>
          <a:endParaRPr lang="en-IN"/>
        </a:p>
      </dgm:t>
    </dgm:pt>
    <dgm:pt modelId="{07191454-E542-40E1-A3E4-4CFD37A4F0BB}" type="sibTrans" cxnId="{91F188DE-1F05-4096-B4CB-E442074AF73C}">
      <dgm:prSet/>
      <dgm:spPr/>
      <dgm:t>
        <a:bodyPr/>
        <a:lstStyle/>
        <a:p>
          <a:endParaRPr lang="en-IN"/>
        </a:p>
      </dgm:t>
    </dgm:pt>
    <dgm:pt modelId="{DBD42272-A343-43BF-9BB2-74569A1A336B}">
      <dgm:prSet phldrT="[Text]"/>
      <dgm:spPr/>
      <dgm:t>
        <a:bodyPr/>
        <a:lstStyle/>
        <a:p>
          <a:pPr>
            <a:buNone/>
          </a:pPr>
          <a:r>
            <a:rPr lang="en-IN" dirty="0"/>
            <a:t>AI can transform historical workload data into </a:t>
          </a:r>
          <a:r>
            <a:rPr lang="en-IN" b="1" dirty="0"/>
            <a:t>predictive insights for workforce planning</a:t>
          </a:r>
          <a:endParaRPr lang="en-IN" dirty="0"/>
        </a:p>
      </dgm:t>
    </dgm:pt>
    <dgm:pt modelId="{60F44B1D-CEC6-4E74-9E7C-B8B15E7593FA}" type="parTrans" cxnId="{B0995835-5566-4D87-95E4-97C6650773EC}">
      <dgm:prSet/>
      <dgm:spPr/>
      <dgm:t>
        <a:bodyPr/>
        <a:lstStyle/>
        <a:p>
          <a:endParaRPr lang="en-IN"/>
        </a:p>
      </dgm:t>
    </dgm:pt>
    <dgm:pt modelId="{E2DC34FE-D630-4633-86E2-D2685C58EB46}" type="sibTrans" cxnId="{B0995835-5566-4D87-95E4-97C6650773EC}">
      <dgm:prSet/>
      <dgm:spPr/>
      <dgm:t>
        <a:bodyPr/>
        <a:lstStyle/>
        <a:p>
          <a:endParaRPr lang="en-IN"/>
        </a:p>
      </dgm:t>
    </dgm:pt>
    <dgm:pt modelId="{A3356AB3-3ADC-454A-811D-B561B4C8C582}" type="pres">
      <dgm:prSet presAssocID="{537AA74F-0153-43CE-A5E5-D2371D6B3945}" presName="diagram" presStyleCnt="0">
        <dgm:presLayoutVars>
          <dgm:dir/>
          <dgm:resizeHandles val="exact"/>
        </dgm:presLayoutVars>
      </dgm:prSet>
      <dgm:spPr/>
    </dgm:pt>
    <dgm:pt modelId="{41BFE5D4-1C91-4AA0-9C93-98C1E366A996}" type="pres">
      <dgm:prSet presAssocID="{04D7527C-CC5B-4848-825C-7B5A3E9DE237}" presName="node" presStyleLbl="node1" presStyleIdx="0" presStyleCnt="5">
        <dgm:presLayoutVars>
          <dgm:bulletEnabled val="1"/>
        </dgm:presLayoutVars>
      </dgm:prSet>
      <dgm:spPr/>
    </dgm:pt>
    <dgm:pt modelId="{9419DEFA-4FCA-43F7-B29D-8289CFFDB9EA}" type="pres">
      <dgm:prSet presAssocID="{B565C3E1-3624-45C5-B660-A78DAD1AC80F}" presName="sibTrans" presStyleCnt="0"/>
      <dgm:spPr/>
    </dgm:pt>
    <dgm:pt modelId="{E8569B2F-E38D-4BFE-94E4-53680113E055}" type="pres">
      <dgm:prSet presAssocID="{8C8C08C0-0523-48FC-91B4-0101EA7DC62E}" presName="node" presStyleLbl="node1" presStyleIdx="1" presStyleCnt="5">
        <dgm:presLayoutVars>
          <dgm:bulletEnabled val="1"/>
        </dgm:presLayoutVars>
      </dgm:prSet>
      <dgm:spPr/>
    </dgm:pt>
    <dgm:pt modelId="{4CD94F2F-8A4F-41C3-AB7A-AD03A2541BEE}" type="pres">
      <dgm:prSet presAssocID="{BAEE0E6E-7DB5-4793-8414-CFB4E01C218A}" presName="sibTrans" presStyleCnt="0"/>
      <dgm:spPr/>
    </dgm:pt>
    <dgm:pt modelId="{45B6486C-C91B-458F-A54A-73CC69771D1D}" type="pres">
      <dgm:prSet presAssocID="{32189738-21F9-4DBC-8D19-262496644677}" presName="node" presStyleLbl="node1" presStyleIdx="2" presStyleCnt="5">
        <dgm:presLayoutVars>
          <dgm:bulletEnabled val="1"/>
        </dgm:presLayoutVars>
      </dgm:prSet>
      <dgm:spPr/>
    </dgm:pt>
    <dgm:pt modelId="{F13AC824-2B68-4636-8DCE-0B50A60E4EFB}" type="pres">
      <dgm:prSet presAssocID="{26425EE3-1FEC-4599-900F-ADC261BA2BB1}" presName="sibTrans" presStyleCnt="0"/>
      <dgm:spPr/>
    </dgm:pt>
    <dgm:pt modelId="{5049C65F-5E89-4955-A726-A9171A1364EB}" type="pres">
      <dgm:prSet presAssocID="{655E43C6-37E0-48C8-B8B5-ECA2F45CC7D5}" presName="node" presStyleLbl="node1" presStyleIdx="3" presStyleCnt="5">
        <dgm:presLayoutVars>
          <dgm:bulletEnabled val="1"/>
        </dgm:presLayoutVars>
      </dgm:prSet>
      <dgm:spPr/>
    </dgm:pt>
    <dgm:pt modelId="{CC3972B4-6C83-4088-A21B-4077ECBBB693}" type="pres">
      <dgm:prSet presAssocID="{07191454-E542-40E1-A3E4-4CFD37A4F0BB}" presName="sibTrans" presStyleCnt="0"/>
      <dgm:spPr/>
    </dgm:pt>
    <dgm:pt modelId="{1DBB6C70-1827-4227-86CE-8343D350F8A7}" type="pres">
      <dgm:prSet presAssocID="{DBD42272-A343-43BF-9BB2-74569A1A336B}" presName="node" presStyleLbl="node1" presStyleIdx="4" presStyleCnt="5">
        <dgm:presLayoutVars>
          <dgm:bulletEnabled val="1"/>
        </dgm:presLayoutVars>
      </dgm:prSet>
      <dgm:spPr/>
    </dgm:pt>
  </dgm:ptLst>
  <dgm:cxnLst>
    <dgm:cxn modelId="{40B0BB0A-D80D-48BB-BB2A-C515D7CC82A7}" type="presOf" srcId="{DBD42272-A343-43BF-9BB2-74569A1A336B}" destId="{1DBB6C70-1827-4227-86CE-8343D350F8A7}" srcOrd="0" destOrd="0" presId="urn:microsoft.com/office/officeart/2005/8/layout/default"/>
    <dgm:cxn modelId="{2B40E20F-CC37-4BC1-8A94-B5CB4B36717A}" srcId="{537AA74F-0153-43CE-A5E5-D2371D6B3945}" destId="{32189738-21F9-4DBC-8D19-262496644677}" srcOrd="2" destOrd="0" parTransId="{099A6898-EA58-4356-AD7F-B1FA8DE5BF7E}" sibTransId="{26425EE3-1FEC-4599-900F-ADC261BA2BB1}"/>
    <dgm:cxn modelId="{BA457432-51E1-41CF-BDF4-350D0EDA5AAC}" type="presOf" srcId="{655E43C6-37E0-48C8-B8B5-ECA2F45CC7D5}" destId="{5049C65F-5E89-4955-A726-A9171A1364EB}" srcOrd="0" destOrd="0" presId="urn:microsoft.com/office/officeart/2005/8/layout/default"/>
    <dgm:cxn modelId="{B0995835-5566-4D87-95E4-97C6650773EC}" srcId="{537AA74F-0153-43CE-A5E5-D2371D6B3945}" destId="{DBD42272-A343-43BF-9BB2-74569A1A336B}" srcOrd="4" destOrd="0" parTransId="{60F44B1D-CEC6-4E74-9E7C-B8B15E7593FA}" sibTransId="{E2DC34FE-D630-4633-86E2-D2685C58EB46}"/>
    <dgm:cxn modelId="{54F2929F-A88F-41B6-8DF5-083736D6FD74}" srcId="{537AA74F-0153-43CE-A5E5-D2371D6B3945}" destId="{8C8C08C0-0523-48FC-91B4-0101EA7DC62E}" srcOrd="1" destOrd="0" parTransId="{23DECED1-EC2E-421F-AC38-76B3AE6DD3C9}" sibTransId="{BAEE0E6E-7DB5-4793-8414-CFB4E01C218A}"/>
    <dgm:cxn modelId="{DF6DC4A4-977C-4278-9B85-F9EFB3AA292D}" type="presOf" srcId="{04D7527C-CC5B-4848-825C-7B5A3E9DE237}" destId="{41BFE5D4-1C91-4AA0-9C93-98C1E366A996}" srcOrd="0" destOrd="0" presId="urn:microsoft.com/office/officeart/2005/8/layout/default"/>
    <dgm:cxn modelId="{510775B6-C5A5-4D40-A202-DEEF6548E469}" srcId="{537AA74F-0153-43CE-A5E5-D2371D6B3945}" destId="{04D7527C-CC5B-4848-825C-7B5A3E9DE237}" srcOrd="0" destOrd="0" parTransId="{F83B48E0-6C83-434E-A77F-4636AC8E1802}" sibTransId="{B565C3E1-3624-45C5-B660-A78DAD1AC80F}"/>
    <dgm:cxn modelId="{B79C88C3-6F7A-497E-AF61-ADCBCC978DC1}" type="presOf" srcId="{32189738-21F9-4DBC-8D19-262496644677}" destId="{45B6486C-C91B-458F-A54A-73CC69771D1D}" srcOrd="0" destOrd="0" presId="urn:microsoft.com/office/officeart/2005/8/layout/default"/>
    <dgm:cxn modelId="{B20CEFDA-5501-4CD9-B12A-D31EC6C6B9A4}" type="presOf" srcId="{537AA74F-0153-43CE-A5E5-D2371D6B3945}" destId="{A3356AB3-3ADC-454A-811D-B561B4C8C582}" srcOrd="0" destOrd="0" presId="urn:microsoft.com/office/officeart/2005/8/layout/default"/>
    <dgm:cxn modelId="{91F188DE-1F05-4096-B4CB-E442074AF73C}" srcId="{537AA74F-0153-43CE-A5E5-D2371D6B3945}" destId="{655E43C6-37E0-48C8-B8B5-ECA2F45CC7D5}" srcOrd="3" destOrd="0" parTransId="{49148ADB-F97A-48F5-AFEC-D1747B9AD2E1}" sibTransId="{07191454-E542-40E1-A3E4-4CFD37A4F0BB}"/>
    <dgm:cxn modelId="{1E1D33F9-83E7-4CF2-8204-47EA22C5A9FA}" type="presOf" srcId="{8C8C08C0-0523-48FC-91B4-0101EA7DC62E}" destId="{E8569B2F-E38D-4BFE-94E4-53680113E055}" srcOrd="0" destOrd="0" presId="urn:microsoft.com/office/officeart/2005/8/layout/default"/>
    <dgm:cxn modelId="{D34F7ECE-3945-4B47-B2B7-2E75A4522B5F}" type="presParOf" srcId="{A3356AB3-3ADC-454A-811D-B561B4C8C582}" destId="{41BFE5D4-1C91-4AA0-9C93-98C1E366A996}" srcOrd="0" destOrd="0" presId="urn:microsoft.com/office/officeart/2005/8/layout/default"/>
    <dgm:cxn modelId="{808BBFAC-AFEB-410F-89B3-06FE06566214}" type="presParOf" srcId="{A3356AB3-3ADC-454A-811D-B561B4C8C582}" destId="{9419DEFA-4FCA-43F7-B29D-8289CFFDB9EA}" srcOrd="1" destOrd="0" presId="urn:microsoft.com/office/officeart/2005/8/layout/default"/>
    <dgm:cxn modelId="{9123360B-15EC-46D5-A75F-9B7EA71F0D30}" type="presParOf" srcId="{A3356AB3-3ADC-454A-811D-B561B4C8C582}" destId="{E8569B2F-E38D-4BFE-94E4-53680113E055}" srcOrd="2" destOrd="0" presId="urn:microsoft.com/office/officeart/2005/8/layout/default"/>
    <dgm:cxn modelId="{9C82A75E-7535-4FFC-9AB4-177862B4DB3B}" type="presParOf" srcId="{A3356AB3-3ADC-454A-811D-B561B4C8C582}" destId="{4CD94F2F-8A4F-41C3-AB7A-AD03A2541BEE}" srcOrd="3" destOrd="0" presId="urn:microsoft.com/office/officeart/2005/8/layout/default"/>
    <dgm:cxn modelId="{7159B6BC-8A51-4C55-8AB7-47BC29C60284}" type="presParOf" srcId="{A3356AB3-3ADC-454A-811D-B561B4C8C582}" destId="{45B6486C-C91B-458F-A54A-73CC69771D1D}" srcOrd="4" destOrd="0" presId="urn:microsoft.com/office/officeart/2005/8/layout/default"/>
    <dgm:cxn modelId="{8AF7899D-55F1-40FA-B12D-B1BBD12AF9F9}" type="presParOf" srcId="{A3356AB3-3ADC-454A-811D-B561B4C8C582}" destId="{F13AC824-2B68-4636-8DCE-0B50A60E4EFB}" srcOrd="5" destOrd="0" presId="urn:microsoft.com/office/officeart/2005/8/layout/default"/>
    <dgm:cxn modelId="{945059F8-C755-4788-AD7C-09B613599E9F}" type="presParOf" srcId="{A3356AB3-3ADC-454A-811D-B561B4C8C582}" destId="{5049C65F-5E89-4955-A726-A9171A1364EB}" srcOrd="6" destOrd="0" presId="urn:microsoft.com/office/officeart/2005/8/layout/default"/>
    <dgm:cxn modelId="{0977A1D8-3812-42F6-AD28-EAE5DE804E39}" type="presParOf" srcId="{A3356AB3-3ADC-454A-811D-B561B4C8C582}" destId="{CC3972B4-6C83-4088-A21B-4077ECBBB693}" srcOrd="7" destOrd="0" presId="urn:microsoft.com/office/officeart/2005/8/layout/default"/>
    <dgm:cxn modelId="{E53D6454-F293-4F95-8743-635A58BE32D8}" type="presParOf" srcId="{A3356AB3-3ADC-454A-811D-B561B4C8C582}" destId="{1DBB6C70-1827-4227-86CE-8343D350F8A7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B9CF0E9-4956-42CE-AC1E-C3440DCF83B4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D1A4AA1B-9341-4D25-AD58-F3578CE85DC0}">
      <dgm:prSet phldrT="[Text]"/>
      <dgm:spPr/>
      <dgm:t>
        <a:bodyPr/>
        <a:lstStyle/>
        <a:p>
          <a:pPr>
            <a:buNone/>
          </a:pPr>
          <a:r>
            <a:rPr lang="en-IN" dirty="0"/>
            <a:t>Data</a:t>
          </a:r>
        </a:p>
      </dgm:t>
    </dgm:pt>
    <dgm:pt modelId="{ACFF200F-6987-4F2D-8AA1-AD0012F68C29}" type="parTrans" cxnId="{6FC8DB69-F9C1-45F2-BEF4-D002143AFA7E}">
      <dgm:prSet/>
      <dgm:spPr/>
      <dgm:t>
        <a:bodyPr/>
        <a:lstStyle/>
        <a:p>
          <a:endParaRPr lang="en-IN"/>
        </a:p>
      </dgm:t>
    </dgm:pt>
    <dgm:pt modelId="{8CFA32B0-6BD6-4CA7-8389-491CC50C4A34}" type="sibTrans" cxnId="{6FC8DB69-F9C1-45F2-BEF4-D002143AFA7E}">
      <dgm:prSet/>
      <dgm:spPr/>
      <dgm:t>
        <a:bodyPr/>
        <a:lstStyle/>
        <a:p>
          <a:endParaRPr lang="en-IN"/>
        </a:p>
      </dgm:t>
    </dgm:pt>
    <dgm:pt modelId="{B9E511B9-C31B-4973-A7B6-008BBB991812}">
      <dgm:prSet phldrT="[Text]"/>
      <dgm:spPr/>
      <dgm:t>
        <a:bodyPr/>
        <a:lstStyle/>
        <a:p>
          <a:pPr>
            <a:buNone/>
          </a:pPr>
          <a:r>
            <a:rPr lang="en-IN" dirty="0"/>
            <a:t>Forecast </a:t>
          </a:r>
        </a:p>
      </dgm:t>
    </dgm:pt>
    <dgm:pt modelId="{91E1B69B-84BF-4932-9DCF-A5DABE679DFA}" type="parTrans" cxnId="{1A23E946-8AE0-484F-A4D2-682754488EBD}">
      <dgm:prSet/>
      <dgm:spPr/>
      <dgm:t>
        <a:bodyPr/>
        <a:lstStyle/>
        <a:p>
          <a:endParaRPr lang="en-IN"/>
        </a:p>
      </dgm:t>
    </dgm:pt>
    <dgm:pt modelId="{BFC36F0D-D05A-467D-9B99-47A20BCE9559}" type="sibTrans" cxnId="{1A23E946-8AE0-484F-A4D2-682754488EBD}">
      <dgm:prSet/>
      <dgm:spPr/>
      <dgm:t>
        <a:bodyPr/>
        <a:lstStyle/>
        <a:p>
          <a:endParaRPr lang="en-IN"/>
        </a:p>
      </dgm:t>
    </dgm:pt>
    <dgm:pt modelId="{EC1D3E60-F2DA-4843-975D-7E92FFF307A7}">
      <dgm:prSet phldrT="[Text]"/>
      <dgm:spPr/>
      <dgm:t>
        <a:bodyPr/>
        <a:lstStyle/>
        <a:p>
          <a:pPr>
            <a:buNone/>
          </a:pPr>
          <a:r>
            <a:rPr lang="en-IN" dirty="0"/>
            <a:t>Capacity </a:t>
          </a:r>
        </a:p>
      </dgm:t>
    </dgm:pt>
    <dgm:pt modelId="{B18FD174-9CD5-47BF-8F49-757D12E40EE7}" type="parTrans" cxnId="{12737E13-54C2-40F1-9598-42340BC8E71B}">
      <dgm:prSet/>
      <dgm:spPr/>
      <dgm:t>
        <a:bodyPr/>
        <a:lstStyle/>
        <a:p>
          <a:endParaRPr lang="en-IN"/>
        </a:p>
      </dgm:t>
    </dgm:pt>
    <dgm:pt modelId="{68EC7389-1FD2-45B7-8636-CCA81F278D17}" type="sibTrans" cxnId="{12737E13-54C2-40F1-9598-42340BC8E71B}">
      <dgm:prSet/>
      <dgm:spPr/>
      <dgm:t>
        <a:bodyPr/>
        <a:lstStyle/>
        <a:p>
          <a:endParaRPr lang="en-IN"/>
        </a:p>
      </dgm:t>
    </dgm:pt>
    <dgm:pt modelId="{CCB5D1EB-73C5-4035-BAA2-E273E2821DB3}" type="pres">
      <dgm:prSet presAssocID="{DB9CF0E9-4956-42CE-AC1E-C3440DCF83B4}" presName="Name0" presStyleCnt="0">
        <dgm:presLayoutVars>
          <dgm:dir/>
          <dgm:resizeHandles val="exact"/>
        </dgm:presLayoutVars>
      </dgm:prSet>
      <dgm:spPr/>
    </dgm:pt>
    <dgm:pt modelId="{4EE0C144-2EE6-4856-B8DC-AB78A1B898FE}" type="pres">
      <dgm:prSet presAssocID="{D1A4AA1B-9341-4D25-AD58-F3578CE85DC0}" presName="parTxOnly" presStyleLbl="node1" presStyleIdx="0" presStyleCnt="3" custScaleX="74739">
        <dgm:presLayoutVars>
          <dgm:bulletEnabled val="1"/>
        </dgm:presLayoutVars>
      </dgm:prSet>
      <dgm:spPr/>
    </dgm:pt>
    <dgm:pt modelId="{10774FAC-3104-4236-8A43-944E5AB3C926}" type="pres">
      <dgm:prSet presAssocID="{8CFA32B0-6BD6-4CA7-8389-491CC50C4A34}" presName="parSpace" presStyleCnt="0"/>
      <dgm:spPr/>
    </dgm:pt>
    <dgm:pt modelId="{C9B42873-CCAF-444C-989E-D2E457E73507}" type="pres">
      <dgm:prSet presAssocID="{B9E511B9-C31B-4973-A7B6-008BBB991812}" presName="parTxOnly" presStyleLbl="node1" presStyleIdx="1" presStyleCnt="3">
        <dgm:presLayoutVars>
          <dgm:bulletEnabled val="1"/>
        </dgm:presLayoutVars>
      </dgm:prSet>
      <dgm:spPr/>
    </dgm:pt>
    <dgm:pt modelId="{432159DC-F23B-4233-AFFF-C69B6CDBA415}" type="pres">
      <dgm:prSet presAssocID="{BFC36F0D-D05A-467D-9B99-47A20BCE9559}" presName="parSpace" presStyleCnt="0"/>
      <dgm:spPr/>
    </dgm:pt>
    <dgm:pt modelId="{41AF62AE-7B4F-4AB6-9E02-AB1598813731}" type="pres">
      <dgm:prSet presAssocID="{EC1D3E60-F2DA-4843-975D-7E92FFF307A7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92424203-6AFE-453E-AD58-84A2D4730FC6}" type="presOf" srcId="{B9E511B9-C31B-4973-A7B6-008BBB991812}" destId="{C9B42873-CCAF-444C-989E-D2E457E73507}" srcOrd="0" destOrd="0" presId="urn:microsoft.com/office/officeart/2005/8/layout/hChevron3"/>
    <dgm:cxn modelId="{03685911-AEBD-4669-80C0-6F123AA17C9D}" type="presOf" srcId="{D1A4AA1B-9341-4D25-AD58-F3578CE85DC0}" destId="{4EE0C144-2EE6-4856-B8DC-AB78A1B898FE}" srcOrd="0" destOrd="0" presId="urn:microsoft.com/office/officeart/2005/8/layout/hChevron3"/>
    <dgm:cxn modelId="{12737E13-54C2-40F1-9598-42340BC8E71B}" srcId="{DB9CF0E9-4956-42CE-AC1E-C3440DCF83B4}" destId="{EC1D3E60-F2DA-4843-975D-7E92FFF307A7}" srcOrd="2" destOrd="0" parTransId="{B18FD174-9CD5-47BF-8F49-757D12E40EE7}" sibTransId="{68EC7389-1FD2-45B7-8636-CCA81F278D17}"/>
    <dgm:cxn modelId="{1A23E946-8AE0-484F-A4D2-682754488EBD}" srcId="{DB9CF0E9-4956-42CE-AC1E-C3440DCF83B4}" destId="{B9E511B9-C31B-4973-A7B6-008BBB991812}" srcOrd="1" destOrd="0" parTransId="{91E1B69B-84BF-4932-9DCF-A5DABE679DFA}" sibTransId="{BFC36F0D-D05A-467D-9B99-47A20BCE9559}"/>
    <dgm:cxn modelId="{6FC8DB69-F9C1-45F2-BEF4-D002143AFA7E}" srcId="{DB9CF0E9-4956-42CE-AC1E-C3440DCF83B4}" destId="{D1A4AA1B-9341-4D25-AD58-F3578CE85DC0}" srcOrd="0" destOrd="0" parTransId="{ACFF200F-6987-4F2D-8AA1-AD0012F68C29}" sibTransId="{8CFA32B0-6BD6-4CA7-8389-491CC50C4A34}"/>
    <dgm:cxn modelId="{79E076BD-10CF-4A5B-ABF8-31E44DE95094}" type="presOf" srcId="{DB9CF0E9-4956-42CE-AC1E-C3440DCF83B4}" destId="{CCB5D1EB-73C5-4035-BAA2-E273E2821DB3}" srcOrd="0" destOrd="0" presId="urn:microsoft.com/office/officeart/2005/8/layout/hChevron3"/>
    <dgm:cxn modelId="{DBD135FC-59E7-4E1B-A913-413EE5EE9F1A}" type="presOf" srcId="{EC1D3E60-F2DA-4843-975D-7E92FFF307A7}" destId="{41AF62AE-7B4F-4AB6-9E02-AB1598813731}" srcOrd="0" destOrd="0" presId="urn:microsoft.com/office/officeart/2005/8/layout/hChevron3"/>
    <dgm:cxn modelId="{38524AB8-8062-49CD-811F-1450789E838B}" type="presParOf" srcId="{CCB5D1EB-73C5-4035-BAA2-E273E2821DB3}" destId="{4EE0C144-2EE6-4856-B8DC-AB78A1B898FE}" srcOrd="0" destOrd="0" presId="urn:microsoft.com/office/officeart/2005/8/layout/hChevron3"/>
    <dgm:cxn modelId="{BF8EE9CE-AD5D-4A06-B3AC-97642C9930C9}" type="presParOf" srcId="{CCB5D1EB-73C5-4035-BAA2-E273E2821DB3}" destId="{10774FAC-3104-4236-8A43-944E5AB3C926}" srcOrd="1" destOrd="0" presId="urn:microsoft.com/office/officeart/2005/8/layout/hChevron3"/>
    <dgm:cxn modelId="{93CEF094-67E8-47C4-B792-200B750946AD}" type="presParOf" srcId="{CCB5D1EB-73C5-4035-BAA2-E273E2821DB3}" destId="{C9B42873-CCAF-444C-989E-D2E457E73507}" srcOrd="2" destOrd="0" presId="urn:microsoft.com/office/officeart/2005/8/layout/hChevron3"/>
    <dgm:cxn modelId="{3E39DFF0-B3EC-448F-A77D-BD8DE57B36B8}" type="presParOf" srcId="{CCB5D1EB-73C5-4035-BAA2-E273E2821DB3}" destId="{432159DC-F23B-4233-AFFF-C69B6CDBA415}" srcOrd="3" destOrd="0" presId="urn:microsoft.com/office/officeart/2005/8/layout/hChevron3"/>
    <dgm:cxn modelId="{0B125627-2D47-4AAB-9AA7-4D10BBC95D0F}" type="presParOf" srcId="{CCB5D1EB-73C5-4035-BAA2-E273E2821DB3}" destId="{41AF62AE-7B4F-4AB6-9E02-AB1598813731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BFE5D4-1C91-4AA0-9C93-98C1E366A996}">
      <dsp:nvSpPr>
        <dsp:cNvPr id="0" name=""/>
        <dsp:cNvSpPr/>
      </dsp:nvSpPr>
      <dsp:spPr>
        <a:xfrm>
          <a:off x="0" y="716731"/>
          <a:ext cx="3363829" cy="20182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Increasing number of projects and tasks makes manual workload planning difficult.</a:t>
          </a:r>
        </a:p>
      </dsp:txBody>
      <dsp:txXfrm>
        <a:off x="0" y="716731"/>
        <a:ext cx="3363829" cy="2018297"/>
      </dsp:txXfrm>
    </dsp:sp>
    <dsp:sp modelId="{E8569B2F-E38D-4BFE-94E4-53680113E055}">
      <dsp:nvSpPr>
        <dsp:cNvPr id="0" name=""/>
        <dsp:cNvSpPr/>
      </dsp:nvSpPr>
      <dsp:spPr>
        <a:xfrm>
          <a:off x="3700211" y="716731"/>
          <a:ext cx="3363829" cy="20182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Future workload needs to be estimated before resource shortages occur.</a:t>
          </a:r>
        </a:p>
      </dsp:txBody>
      <dsp:txXfrm>
        <a:off x="3700211" y="716731"/>
        <a:ext cx="3363829" cy="2018297"/>
      </dsp:txXfrm>
    </dsp:sp>
    <dsp:sp modelId="{45B6486C-C91B-458F-A54A-73CC69771D1D}">
      <dsp:nvSpPr>
        <dsp:cNvPr id="0" name=""/>
        <dsp:cNvSpPr/>
      </dsp:nvSpPr>
      <dsp:spPr>
        <a:xfrm>
          <a:off x="7400423" y="716731"/>
          <a:ext cx="3363829" cy="20182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Managers need better visibility into </a:t>
          </a:r>
          <a:r>
            <a:rPr lang="en-IN" sz="2600" b="1" kern="1200" dirty="0"/>
            <a:t>employee capacity and workload distribution</a:t>
          </a:r>
          <a:endParaRPr lang="en-IN" sz="2600" kern="1200" dirty="0"/>
        </a:p>
      </dsp:txBody>
      <dsp:txXfrm>
        <a:off x="7400423" y="716731"/>
        <a:ext cx="3363829" cy="2018297"/>
      </dsp:txXfrm>
    </dsp:sp>
    <dsp:sp modelId="{5049C65F-5E89-4955-A726-A9171A1364EB}">
      <dsp:nvSpPr>
        <dsp:cNvPr id="0" name=""/>
        <dsp:cNvSpPr/>
      </dsp:nvSpPr>
      <dsp:spPr>
        <a:xfrm>
          <a:off x="1850105" y="3071411"/>
          <a:ext cx="3363829" cy="20182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Early identification of overload can help reduce project delays and workload imbalance.</a:t>
          </a:r>
        </a:p>
      </dsp:txBody>
      <dsp:txXfrm>
        <a:off x="1850105" y="3071411"/>
        <a:ext cx="3363829" cy="2018297"/>
      </dsp:txXfrm>
    </dsp:sp>
    <dsp:sp modelId="{1DBB6C70-1827-4227-86CE-8343D350F8A7}">
      <dsp:nvSpPr>
        <dsp:cNvPr id="0" name=""/>
        <dsp:cNvSpPr/>
      </dsp:nvSpPr>
      <dsp:spPr>
        <a:xfrm>
          <a:off x="5550317" y="3071411"/>
          <a:ext cx="3363829" cy="20182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AI can transform historical workload data into </a:t>
          </a:r>
          <a:r>
            <a:rPr lang="en-IN" sz="2600" b="1" kern="1200" dirty="0"/>
            <a:t>predictive insights for workforce planning</a:t>
          </a:r>
          <a:endParaRPr lang="en-IN" sz="2600" kern="1200" dirty="0"/>
        </a:p>
      </dsp:txBody>
      <dsp:txXfrm>
        <a:off x="5550317" y="3071411"/>
        <a:ext cx="3363829" cy="20182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E0C144-2EE6-4856-B8DC-AB78A1B898FE}">
      <dsp:nvSpPr>
        <dsp:cNvPr id="0" name=""/>
        <dsp:cNvSpPr/>
      </dsp:nvSpPr>
      <dsp:spPr>
        <a:xfrm>
          <a:off x="1148" y="0"/>
          <a:ext cx="1391099" cy="65692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64008" rIns="32004" bIns="6400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Data</a:t>
          </a:r>
        </a:p>
      </dsp:txBody>
      <dsp:txXfrm>
        <a:off x="1148" y="0"/>
        <a:ext cx="1226868" cy="656923"/>
      </dsp:txXfrm>
    </dsp:sp>
    <dsp:sp modelId="{C9B42873-CCAF-444C-989E-D2E457E73507}">
      <dsp:nvSpPr>
        <dsp:cNvPr id="0" name=""/>
        <dsp:cNvSpPr/>
      </dsp:nvSpPr>
      <dsp:spPr>
        <a:xfrm>
          <a:off x="1019992" y="0"/>
          <a:ext cx="1861276" cy="65692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64008" rIns="32004" bIns="6400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Forecast </a:t>
          </a:r>
        </a:p>
      </dsp:txBody>
      <dsp:txXfrm>
        <a:off x="1348454" y="0"/>
        <a:ext cx="1204353" cy="656923"/>
      </dsp:txXfrm>
    </dsp:sp>
    <dsp:sp modelId="{41AF62AE-7B4F-4AB6-9E02-AB1598813731}">
      <dsp:nvSpPr>
        <dsp:cNvPr id="0" name=""/>
        <dsp:cNvSpPr/>
      </dsp:nvSpPr>
      <dsp:spPr>
        <a:xfrm>
          <a:off x="2509013" y="0"/>
          <a:ext cx="1861276" cy="65692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64008" rIns="32004" bIns="6400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Capacity </a:t>
          </a:r>
        </a:p>
      </dsp:txBody>
      <dsp:txXfrm>
        <a:off x="2837475" y="0"/>
        <a:ext cx="1204353" cy="6569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object 2"/>
          <p:cNvSpPr txBox="1"/>
          <p:nvPr/>
        </p:nvSpPr>
        <p:spPr>
          <a:xfrm>
            <a:off x="923926" y="6370662"/>
            <a:ext cx="1762601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99"/>
              </a:lnSpc>
            </a:pPr>
            <a:r>
              <a:rPr sz="1313" spc="-75" dirty="0">
                <a:solidFill>
                  <a:srgbClr val="757575"/>
                </a:solidFill>
                <a:latin typeface="Arial MT"/>
                <a:cs typeface="Arial MT"/>
              </a:rPr>
              <a:t>Faculty</a:t>
            </a:r>
            <a:r>
              <a:rPr sz="1313" spc="-86" dirty="0">
                <a:solidFill>
                  <a:srgbClr val="757575"/>
                </a:solidFill>
                <a:latin typeface="Arial MT"/>
                <a:cs typeface="Arial MT"/>
              </a:rPr>
              <a:t> </a:t>
            </a:r>
            <a:r>
              <a:rPr sz="1313" dirty="0">
                <a:solidFill>
                  <a:srgbClr val="757575"/>
                </a:solidFill>
                <a:latin typeface="Arial MT"/>
                <a:cs typeface="Arial MT"/>
              </a:rPr>
              <a:t>of</a:t>
            </a:r>
            <a:r>
              <a:rPr sz="1313" spc="-4" dirty="0">
                <a:solidFill>
                  <a:srgbClr val="757575"/>
                </a:solidFill>
                <a:latin typeface="Arial MT"/>
                <a:cs typeface="Arial MT"/>
              </a:rPr>
              <a:t> </a:t>
            </a:r>
            <a:r>
              <a:rPr sz="1313" spc="-83" dirty="0">
                <a:solidFill>
                  <a:srgbClr val="757575"/>
                </a:solidFill>
                <a:latin typeface="Arial MT"/>
                <a:cs typeface="Arial MT"/>
              </a:rPr>
              <a:t>Engineering</a:t>
            </a:r>
            <a:r>
              <a:rPr sz="1313" spc="-34" dirty="0">
                <a:solidFill>
                  <a:srgbClr val="757575"/>
                </a:solidFill>
                <a:latin typeface="Arial MT"/>
                <a:cs typeface="Arial MT"/>
              </a:rPr>
              <a:t> </a:t>
            </a:r>
            <a:r>
              <a:rPr sz="1313" spc="-86" dirty="0">
                <a:solidFill>
                  <a:srgbClr val="757575"/>
                </a:solidFill>
                <a:latin typeface="Arial MT"/>
                <a:cs typeface="Arial MT"/>
              </a:rPr>
              <a:t>and</a:t>
            </a:r>
            <a:endParaRPr sz="1313">
              <a:latin typeface="Arial MT"/>
              <a:cs typeface="Arial MT"/>
            </a:endParaRPr>
          </a:p>
          <a:p>
            <a:pPr>
              <a:lnSpc>
                <a:spcPts val="1492"/>
              </a:lnSpc>
            </a:pPr>
            <a:r>
              <a:rPr sz="1313" spc="-8" dirty="0">
                <a:solidFill>
                  <a:srgbClr val="757575"/>
                </a:solidFill>
                <a:latin typeface="Arial MT"/>
                <a:cs typeface="Arial MT"/>
              </a:rPr>
              <a:t>Technology</a:t>
            </a:r>
            <a:endParaRPr sz="1313">
              <a:latin typeface="Arial MT"/>
              <a:cs typeface="Arial MT"/>
            </a:endParaRPr>
          </a:p>
        </p:txBody>
      </p:sp>
      <p:grpSp>
        <p:nvGrpSpPr>
          <p:cNvPr id="20" name="object 3"/>
          <p:cNvGrpSpPr/>
          <p:nvPr/>
        </p:nvGrpSpPr>
        <p:grpSpPr>
          <a:xfrm>
            <a:off x="0" y="-5207"/>
            <a:ext cx="12192000" cy="1141571"/>
            <a:chOff x="0" y="-6943"/>
            <a:chExt cx="16256000" cy="1522095"/>
          </a:xfrm>
        </p:grpSpPr>
        <p:sp>
          <p:nvSpPr>
            <p:cNvPr id="1048589" name="object 4"/>
            <p:cNvSpPr/>
            <p:nvPr/>
          </p:nvSpPr>
          <p:spPr>
            <a:xfrm>
              <a:off x="0" y="5756"/>
              <a:ext cx="16256000" cy="1496695"/>
            </a:xfrm>
            <a:custGeom>
              <a:avLst/>
              <a:gdLst/>
              <a:ahLst/>
              <a:cxnLst/>
              <a:rect l="l" t="t" r="r" b="b"/>
              <a:pathLst>
                <a:path w="16256000" h="1496695">
                  <a:moveTo>
                    <a:pt x="0" y="0"/>
                  </a:moveTo>
                  <a:lnTo>
                    <a:pt x="0" y="1496567"/>
                  </a:lnTo>
                  <a:lnTo>
                    <a:pt x="16256000" y="1496567"/>
                  </a:lnTo>
                  <a:lnTo>
                    <a:pt x="16256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1F1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048590" name="object 5"/>
            <p:cNvSpPr/>
            <p:nvPr/>
          </p:nvSpPr>
          <p:spPr>
            <a:xfrm>
              <a:off x="0" y="-6934"/>
              <a:ext cx="16256000" cy="1522095"/>
            </a:xfrm>
            <a:custGeom>
              <a:avLst/>
              <a:gdLst/>
              <a:ahLst/>
              <a:cxnLst/>
              <a:rect l="l" t="t" r="r" b="b"/>
              <a:pathLst>
                <a:path w="16256000" h="1522095">
                  <a:moveTo>
                    <a:pt x="16256000" y="1496568"/>
                  </a:moveTo>
                  <a:lnTo>
                    <a:pt x="0" y="1496568"/>
                  </a:lnTo>
                  <a:lnTo>
                    <a:pt x="0" y="1521968"/>
                  </a:lnTo>
                  <a:lnTo>
                    <a:pt x="16256000" y="1521968"/>
                  </a:lnTo>
                  <a:lnTo>
                    <a:pt x="16256000" y="1496568"/>
                  </a:lnTo>
                  <a:close/>
                </a:path>
                <a:path w="16256000" h="1522095">
                  <a:moveTo>
                    <a:pt x="1625600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16256000" y="25400"/>
                  </a:lnTo>
                  <a:lnTo>
                    <a:pt x="16256000" y="0"/>
                  </a:lnTo>
                  <a:close/>
                </a:path>
              </a:pathLst>
            </a:custGeom>
            <a:solidFill>
              <a:srgbClr val="80330D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048591" name="object 6"/>
          <p:cNvSpPr txBox="1">
            <a:spLocks noGrp="1"/>
          </p:cNvSpPr>
          <p:nvPr>
            <p:ph type="title"/>
          </p:nvPr>
        </p:nvSpPr>
        <p:spPr>
          <a:xfrm>
            <a:off x="4371975" y="-1"/>
            <a:ext cx="5495925" cy="1024800"/>
          </a:xfrm>
          <a:prstGeom prst="rect">
            <a:avLst/>
          </a:prstGeom>
        </p:spPr>
        <p:txBody>
          <a:bodyPr vert="horz" wrap="square" lIns="0" tIns="9049" rIns="0" bIns="0" rtlCol="0" anchor="ctr">
            <a:spAutoFit/>
          </a:bodyPr>
          <a:lstStyle/>
          <a:p>
            <a:pPr marL="9525">
              <a:spcBef>
                <a:spcPts val="71"/>
              </a:spcBef>
            </a:pPr>
            <a:r>
              <a:rPr sz="3300" spc="-458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3300" spc="-458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300" spc="-458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3300" spc="-353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300" spc="-353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300" spc="-25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</a:t>
            </a:r>
            <a:br>
              <a:rPr lang="en-US" sz="3300" spc="-25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300" spc="-236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Davanagere</a:t>
            </a:r>
            <a:endParaRPr lang="en-US" sz="33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" name="object 7"/>
          <p:cNvGrpSpPr/>
          <p:nvPr/>
        </p:nvGrpSpPr>
        <p:grpSpPr>
          <a:xfrm>
            <a:off x="0" y="0"/>
            <a:ext cx="12192000" cy="6858000"/>
            <a:chOff x="0" y="0"/>
            <a:chExt cx="16256000" cy="9144000"/>
          </a:xfrm>
        </p:grpSpPr>
        <p:pic>
          <p:nvPicPr>
            <p:cNvPr id="2097153" name="object 8"/>
            <p:cNvPicPr>
              <a:picLocks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25600" y="0"/>
              <a:ext cx="1625600" cy="1460500"/>
            </a:xfrm>
            <a:prstGeom prst="rect">
              <a:avLst/>
            </a:prstGeom>
          </p:spPr>
        </p:pic>
        <p:sp>
          <p:nvSpPr>
            <p:cNvPr id="1048592" name="object 9"/>
            <p:cNvSpPr/>
            <p:nvPr/>
          </p:nvSpPr>
          <p:spPr>
            <a:xfrm>
              <a:off x="0" y="8390136"/>
              <a:ext cx="16256000" cy="754380"/>
            </a:xfrm>
            <a:custGeom>
              <a:avLst/>
              <a:gdLst/>
              <a:ahLst/>
              <a:cxnLst/>
              <a:rect l="l" t="t" r="r" b="b"/>
              <a:pathLst>
                <a:path w="16256000" h="754379">
                  <a:moveTo>
                    <a:pt x="16256000" y="1"/>
                  </a:moveTo>
                  <a:lnTo>
                    <a:pt x="0" y="0"/>
                  </a:lnTo>
                  <a:lnTo>
                    <a:pt x="0" y="753863"/>
                  </a:lnTo>
                  <a:lnTo>
                    <a:pt x="16256000" y="753863"/>
                  </a:lnTo>
                  <a:lnTo>
                    <a:pt x="16256000" y="1"/>
                  </a:lnTo>
                  <a:close/>
                </a:path>
              </a:pathLst>
            </a:custGeom>
            <a:solidFill>
              <a:srgbClr val="622523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048593" name="object 10"/>
            <p:cNvSpPr/>
            <p:nvPr/>
          </p:nvSpPr>
          <p:spPr>
            <a:xfrm>
              <a:off x="0" y="8377438"/>
              <a:ext cx="16256000" cy="25400"/>
            </a:xfrm>
            <a:custGeom>
              <a:avLst/>
              <a:gdLst/>
              <a:ahLst/>
              <a:cxnLst/>
              <a:rect l="l" t="t" r="r" b="b"/>
              <a:pathLst>
                <a:path w="16256000" h="25400">
                  <a:moveTo>
                    <a:pt x="0" y="0"/>
                  </a:moveTo>
                  <a:lnTo>
                    <a:pt x="16256000" y="0"/>
                  </a:lnTo>
                  <a:lnTo>
                    <a:pt x="16256000" y="25398"/>
                  </a:lnTo>
                  <a:lnTo>
                    <a:pt x="0" y="253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330D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048594" name="object 11"/>
          <p:cNvSpPr txBox="1"/>
          <p:nvPr/>
        </p:nvSpPr>
        <p:spPr>
          <a:xfrm>
            <a:off x="4371975" y="3595321"/>
            <a:ext cx="2752725" cy="340638"/>
          </a:xfrm>
          <a:prstGeom prst="rect">
            <a:avLst/>
          </a:prstGeom>
        </p:spPr>
        <p:txBody>
          <a:bodyPr vert="horz" wrap="square" lIns="0" tIns="45244" rIns="0" bIns="0" rtlCol="0">
            <a:spAutoFit/>
          </a:bodyPr>
          <a:lstStyle/>
          <a:p>
            <a:pPr marL="9525" marR="3810">
              <a:lnSpc>
                <a:spcPts val="2325"/>
              </a:lnSpc>
              <a:spcBef>
                <a:spcPts val="356"/>
              </a:spcBef>
            </a:pPr>
            <a:r>
              <a:rPr lang="en-US" sz="2138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Names &amp; USN</a:t>
            </a:r>
            <a:endParaRPr sz="2138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5" name="object 12"/>
          <p:cNvSpPr txBox="1"/>
          <p:nvPr/>
        </p:nvSpPr>
        <p:spPr>
          <a:xfrm>
            <a:off x="9935198" y="4181443"/>
            <a:ext cx="2195036" cy="340638"/>
          </a:xfrm>
          <a:prstGeom prst="rect">
            <a:avLst/>
          </a:prstGeom>
        </p:spPr>
        <p:txBody>
          <a:bodyPr vert="horz" wrap="square" lIns="0" tIns="45244" rIns="0" bIns="0" rtlCol="0">
            <a:spAutoFit/>
          </a:bodyPr>
          <a:lstStyle/>
          <a:p>
            <a:pPr marL="9525" marR="3810">
              <a:lnSpc>
                <a:spcPts val="2325"/>
              </a:lnSpc>
              <a:spcBef>
                <a:spcPts val="356"/>
              </a:spcBef>
            </a:pPr>
            <a:r>
              <a:rPr lang="en-US" sz="2138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 </a:t>
            </a:r>
            <a:endParaRPr sz="2138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6" name="object 13"/>
          <p:cNvSpPr txBox="1"/>
          <p:nvPr/>
        </p:nvSpPr>
        <p:spPr>
          <a:xfrm>
            <a:off x="4371975" y="1352952"/>
            <a:ext cx="7758259" cy="2192106"/>
          </a:xfrm>
          <a:prstGeom prst="rect">
            <a:avLst/>
          </a:prstGeom>
        </p:spPr>
        <p:txBody>
          <a:bodyPr vert="horz" wrap="square" lIns="0" tIns="11906" rIns="0" bIns="0" rtlCol="0">
            <a:spAutoFit/>
          </a:bodyPr>
          <a:lstStyle/>
          <a:p>
            <a:pPr algn="ctr">
              <a:spcBef>
                <a:spcPts val="94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>
              <a:spcBef>
                <a:spcPts val="94"/>
              </a:spcBef>
            </a:pPr>
            <a:endParaRPr lang="en-US" sz="1200" b="1" spc="-31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94"/>
              </a:spcBef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- I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1 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Agentic AI-Driven Workforce Capacity Forecasting and Resource Optimization System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08D572-926C-81E2-37C6-5C04CB42A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" y="1143009"/>
            <a:ext cx="4172970" cy="515912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4533E2E-3284-A156-A190-BB8FB07A6E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544872"/>
              </p:ext>
            </p:extLst>
          </p:nvPr>
        </p:nvGraphicFramePr>
        <p:xfrm>
          <a:off x="4371975" y="4031404"/>
          <a:ext cx="4995611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07452">
                  <a:extLst>
                    <a:ext uri="{9D8B030D-6E8A-4147-A177-3AD203B41FA5}">
                      <a16:colId xmlns:a16="http://schemas.microsoft.com/office/drawing/2014/main" val="30831342"/>
                    </a:ext>
                  </a:extLst>
                </a:gridCol>
                <a:gridCol w="2454442">
                  <a:extLst>
                    <a:ext uri="{9D8B030D-6E8A-4147-A177-3AD203B41FA5}">
                      <a16:colId xmlns:a16="http://schemas.microsoft.com/office/drawing/2014/main" val="3532562930"/>
                    </a:ext>
                  </a:extLst>
                </a:gridCol>
                <a:gridCol w="1733717">
                  <a:extLst>
                    <a:ext uri="{9D8B030D-6E8A-4147-A177-3AD203B41FA5}">
                      <a16:colId xmlns:a16="http://schemas.microsoft.com/office/drawing/2014/main" val="35739062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Sl</a:t>
                      </a:r>
                      <a:r>
                        <a:rPr lang="en-US" dirty="0"/>
                        <a:t> .No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9279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1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Soujanya Jain </a:t>
                      </a:r>
                      <a:r>
                        <a:rPr lang="en-US" sz="1600" b="1" dirty="0" err="1"/>
                        <a:t>Brahmaraj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U23E01CS071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6812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2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Sujan N M 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U23E01CS075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072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3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Tejaswini K S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U23E01CS078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9672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4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U M Vinay 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U23E01CS080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541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5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Vinay Kumar B M</a:t>
                      </a:r>
                      <a:endParaRPr lang="en-IN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U23E01CS082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99991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754F862-B4BF-ED77-A628-EDECA77F70F9}"/>
              </a:ext>
            </a:extLst>
          </p:cNvPr>
          <p:cNvSpPr txBox="1"/>
          <p:nvPr/>
        </p:nvSpPr>
        <p:spPr>
          <a:xfrm>
            <a:off x="7696200" y="468315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Mr.Babu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Sab</a:t>
            </a:r>
          </a:p>
          <a:p>
            <a:pPr algn="ctr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08922" y="694015"/>
            <a:ext cx="271984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1. 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581D40-75F3-A8F3-7755-A54E0863772E}"/>
              </a:ext>
            </a:extLst>
          </p:cNvPr>
          <p:cNvSpPr txBox="1"/>
          <p:nvPr/>
        </p:nvSpPr>
        <p:spPr>
          <a:xfrm>
            <a:off x="431532" y="1793558"/>
            <a:ext cx="1089419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Effective workload and workforce management is essential for timely project completion and efficient resource utilization.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Traditional planning relies heavily on spreadsheets, historical records, and manual estimation.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These approaches provide limited support for predicting future workload and identifying capacity problems in advance.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The proposed system uses AI-based workload forecasting and workforce capacity analysis to support future planning.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It provides workload insights, risk identification, and resource planning recommendations through an interactive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80585" y="174129"/>
            <a:ext cx="390286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2. 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AF55E8-1A5E-8C6B-AE59-22EC5019AF01}"/>
              </a:ext>
            </a:extLst>
          </p:cNvPr>
          <p:cNvSpPr txBox="1"/>
          <p:nvPr/>
        </p:nvSpPr>
        <p:spPr>
          <a:xfrm>
            <a:off x="233967" y="962873"/>
            <a:ext cx="1218077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j-lt"/>
                <a:cs typeface="Times New Roman" panose="02020603050405020304" pitchFamily="18" charset="0"/>
              </a:rPr>
              <a:t>Workload and employee assignments change continuously across projects.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j-lt"/>
                <a:cs typeface="Times New Roman" panose="02020603050405020304" pitchFamily="18" charset="0"/>
              </a:rPr>
              <a:t>Managers must consider: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+mj-lt"/>
                <a:cs typeface="Times New Roman" panose="02020603050405020304" pitchFamily="18" charset="0"/>
              </a:rPr>
              <a:t>Task workload and duration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+mj-lt"/>
                <a:cs typeface="Times New Roman" panose="02020603050405020304" pitchFamily="18" charset="0"/>
              </a:rPr>
              <a:t>Deadlines and priorities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+mj-lt"/>
                <a:cs typeface="Times New Roman" panose="02020603050405020304" pitchFamily="18" charset="0"/>
              </a:rPr>
              <a:t>Employee availability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+mj-lt"/>
                <a:cs typeface="Times New Roman" panose="02020603050405020304" pitchFamily="18" charset="0"/>
              </a:rPr>
              <a:t>Working capacity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+mj-lt"/>
                <a:cs typeface="Times New Roman" panose="02020603050405020304" pitchFamily="18" charset="0"/>
              </a:rPr>
              <a:t>Current and historical workload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j-lt"/>
                <a:cs typeface="Times New Roman" panose="02020603050405020304" pitchFamily="18" charset="0"/>
              </a:rPr>
              <a:t>Manual analysis makes it difficult to predict future workload accurately.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j-lt"/>
                <a:cs typeface="Times New Roman" panose="02020603050405020304" pitchFamily="18" charset="0"/>
              </a:rPr>
              <a:t>Potential </a:t>
            </a:r>
            <a:r>
              <a:rPr lang="en-IN" sz="2400" b="1" dirty="0">
                <a:latin typeface="+mj-lt"/>
                <a:cs typeface="Times New Roman" panose="02020603050405020304" pitchFamily="18" charset="0"/>
              </a:rPr>
              <a:t>employee overload, underutilization, and capacity gaps</a:t>
            </a:r>
            <a:r>
              <a:rPr lang="en-IN" sz="2400" dirty="0">
                <a:latin typeface="+mj-lt"/>
                <a:cs typeface="Times New Roman" panose="02020603050405020304" pitchFamily="18" charset="0"/>
              </a:rPr>
              <a:t> may be identified only after they occur.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j-lt"/>
                <a:cs typeface="Times New Roman" panose="02020603050405020304" pitchFamily="18" charset="0"/>
              </a:rPr>
              <a:t>There is a need for an intelligent system that can </a:t>
            </a:r>
            <a:r>
              <a:rPr lang="en-IN" sz="2400" b="1" dirty="0">
                <a:latin typeface="+mj-lt"/>
                <a:cs typeface="Times New Roman" panose="02020603050405020304" pitchFamily="18" charset="0"/>
              </a:rPr>
              <a:t>predict workload and support workforce planning decisions</a:t>
            </a:r>
            <a:r>
              <a:rPr lang="en-IN" sz="2400" dirty="0">
                <a:latin typeface="+mj-lt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CD7BA7-077B-3976-1B79-976B5DFCA237}"/>
              </a:ext>
            </a:extLst>
          </p:cNvPr>
          <p:cNvSpPr/>
          <p:nvPr/>
        </p:nvSpPr>
        <p:spPr>
          <a:xfrm>
            <a:off x="668215" y="5691157"/>
            <a:ext cx="10398370" cy="81587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Affected Stakeholders</a:t>
            </a:r>
          </a:p>
          <a:p>
            <a:pPr>
              <a:buNone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Managers | Team Leaders | Workforce Planners | Organizations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65595" y="759172"/>
            <a:ext cx="24895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3. Motivation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25C3A1F-956E-213A-AE9D-15A942200E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2203994"/>
              </p:ext>
            </p:extLst>
          </p:nvPr>
        </p:nvGraphicFramePr>
        <p:xfrm>
          <a:off x="465221" y="1051560"/>
          <a:ext cx="10764253" cy="5806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33512" y="422547"/>
            <a:ext cx="237860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4. Objectives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7DBDF1-AF8C-A436-5876-5918363D1C82}"/>
              </a:ext>
            </a:extLst>
          </p:cNvPr>
          <p:cNvSpPr/>
          <p:nvPr/>
        </p:nvSpPr>
        <p:spPr>
          <a:xfrm>
            <a:off x="1420796" y="1472095"/>
            <a:ext cx="8128000" cy="789624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IN" sz="2400" b="1" dirty="0" err="1"/>
              <a:t>Analyze</a:t>
            </a:r>
            <a:r>
              <a:rPr lang="en-IN" sz="2400" b="1" dirty="0"/>
              <a:t> historical and current workload data to identify workload patterns.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54AA23-BCA2-27CB-6C98-C2B0D41670C9}"/>
              </a:ext>
            </a:extLst>
          </p:cNvPr>
          <p:cNvSpPr/>
          <p:nvPr/>
        </p:nvSpPr>
        <p:spPr>
          <a:xfrm>
            <a:off x="1420796" y="2461429"/>
            <a:ext cx="8128000" cy="789624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IN" sz="2400" b="1" dirty="0"/>
              <a:t>Develop an AI-based model to forecast future workload.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3B105B-9E84-1927-9620-0F7E24504CD3}"/>
              </a:ext>
            </a:extLst>
          </p:cNvPr>
          <p:cNvSpPr/>
          <p:nvPr/>
        </p:nvSpPr>
        <p:spPr>
          <a:xfrm>
            <a:off x="1420796" y="3464971"/>
            <a:ext cx="8128000" cy="795393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IN" sz="2400" b="1" dirty="0" err="1"/>
              <a:t>Analyze</a:t>
            </a:r>
            <a:r>
              <a:rPr lang="en-IN" sz="2400" b="1" dirty="0"/>
              <a:t> workforce capacity and identify overload, underutilization, and capacity gaps.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F8F86B-A26A-0845-65FF-9F91F87EA226}"/>
              </a:ext>
            </a:extLst>
          </p:cNvPr>
          <p:cNvSpPr/>
          <p:nvPr/>
        </p:nvSpPr>
        <p:spPr>
          <a:xfrm>
            <a:off x="1420796" y="4503697"/>
            <a:ext cx="8128000" cy="795394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IN" sz="2400" b="1" dirty="0"/>
              <a:t>Generate resource planning recommendations such as task redistribution and rescheduling.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150077-9D96-7D15-3F55-29664D56935C}"/>
              </a:ext>
            </a:extLst>
          </p:cNvPr>
          <p:cNvSpPr/>
          <p:nvPr/>
        </p:nvSpPr>
        <p:spPr>
          <a:xfrm>
            <a:off x="1420796" y="5562647"/>
            <a:ext cx="8128000" cy="795393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IN" sz="2400" b="1" dirty="0"/>
              <a:t>Develop an interactive dashboard for workload forecasting, risk analysis, and workforce planning.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648023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5. Existing System / Literature Survey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CF5B6CE-FEFE-0D74-3D74-20C4AC466C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8339"/>
              </p:ext>
            </p:extLst>
          </p:nvPr>
        </p:nvGraphicFramePr>
        <p:xfrm>
          <a:off x="385011" y="1267326"/>
          <a:ext cx="11598444" cy="381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66148">
                  <a:extLst>
                    <a:ext uri="{9D8B030D-6E8A-4147-A177-3AD203B41FA5}">
                      <a16:colId xmlns:a16="http://schemas.microsoft.com/office/drawing/2014/main" val="4254180924"/>
                    </a:ext>
                  </a:extLst>
                </a:gridCol>
                <a:gridCol w="3866148">
                  <a:extLst>
                    <a:ext uri="{9D8B030D-6E8A-4147-A177-3AD203B41FA5}">
                      <a16:colId xmlns:a16="http://schemas.microsoft.com/office/drawing/2014/main" val="3974606272"/>
                    </a:ext>
                  </a:extLst>
                </a:gridCol>
                <a:gridCol w="3866148">
                  <a:extLst>
                    <a:ext uri="{9D8B030D-6E8A-4147-A177-3AD203B41FA5}">
                      <a16:colId xmlns:a16="http://schemas.microsoft.com/office/drawing/2014/main" val="2114105296"/>
                    </a:ext>
                  </a:extLst>
                </a:gridCol>
              </a:tblGrid>
              <a:tr h="484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Study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Key Contribution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1434553"/>
                  </a:ext>
                </a:extLst>
              </a:tr>
              <a:tr h="769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Kumar et al. (2021)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ML-based workload forecasting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Forecasting workload for resource management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6288142"/>
                  </a:ext>
                </a:extLst>
              </a:tr>
              <a:tr h="769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Bi et al. (2021)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Deep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Joint workload and resource prediction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6954229"/>
                  </a:ext>
                </a:extLst>
              </a:tr>
              <a:tr h="769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Mizan &amp; Taghipour (2022)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ML +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Prediction combined with resource allocation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4797781"/>
                  </a:ext>
                </a:extLst>
              </a:tr>
              <a:tr h="769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Ogungbire &amp; Mitra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ML-based workforce forecasting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Estimation of future workforce requirements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710029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0D85793-710F-0894-4F63-15CA663BEFDD}"/>
              </a:ext>
            </a:extLst>
          </p:cNvPr>
          <p:cNvSpPr txBox="1"/>
          <p:nvPr/>
        </p:nvSpPr>
        <p:spPr>
          <a:xfrm>
            <a:off x="208545" y="5077326"/>
            <a:ext cx="1177491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Existing Limitations</a:t>
            </a:r>
          </a:p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Most approaches focus on specific domains or individual aspects.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Workload forecasting and workforce planning are often treated separately.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Limited integration of forecasting + capacity analysis + actionable planning recommendations.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Research Gap / Limitations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2ADC61-8223-F0DB-B6CC-5E80B80000FE}"/>
              </a:ext>
            </a:extLst>
          </p:cNvPr>
          <p:cNvSpPr txBox="1"/>
          <p:nvPr/>
        </p:nvSpPr>
        <p:spPr>
          <a:xfrm>
            <a:off x="640080" y="5115490"/>
            <a:ext cx="202223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Key Difference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B14551-5BD1-85F5-6057-FB5945E2B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062" y="1051560"/>
            <a:ext cx="9988061" cy="402496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D654EDF5-E609-00AA-0C88-CF3E8444D886}"/>
              </a:ext>
            </a:extLst>
          </p:cNvPr>
          <p:cNvSpPr/>
          <p:nvPr/>
        </p:nvSpPr>
        <p:spPr>
          <a:xfrm>
            <a:off x="877473" y="5553638"/>
            <a:ext cx="10972800" cy="102300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The proposed system moves from predicting workload to supporting workforce planning decisions</a:t>
            </a:r>
            <a:endParaRPr lang="en-IN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73415" y="255869"/>
            <a:ext cx="351506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7. Proposed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F21920-C323-12C1-1B04-BF578B6C46AF}"/>
              </a:ext>
            </a:extLst>
          </p:cNvPr>
          <p:cNvSpPr txBox="1"/>
          <p:nvPr/>
        </p:nvSpPr>
        <p:spPr>
          <a:xfrm>
            <a:off x="802104" y="1051560"/>
            <a:ext cx="1081077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The proposed system is an </a:t>
            </a:r>
            <a:r>
              <a:rPr lang="en-IN" sz="2400" b="1" dirty="0"/>
              <a:t>AI-driven decision-support platform</a:t>
            </a:r>
            <a:r>
              <a:rPr lang="en-IN" sz="2400" dirty="0"/>
              <a:t> that </a:t>
            </a:r>
            <a:r>
              <a:rPr lang="en-IN" sz="2400" dirty="0" err="1"/>
              <a:t>analyzes</a:t>
            </a:r>
            <a:r>
              <a:rPr lang="en-IN" sz="2400" dirty="0"/>
              <a:t> historical and current workload information to forecast future workload and assist workforce planning.</a:t>
            </a:r>
          </a:p>
          <a:p>
            <a:pPr>
              <a:buNone/>
            </a:pPr>
            <a:r>
              <a:rPr lang="en-IN" sz="2400" b="1" dirty="0"/>
              <a:t>Key Features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Historical and current workload analysis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AI-based workload forecasting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Employee and team capacity analysis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Overload and underutilization detection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Capacity-gap identification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Task redistribution recommendations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Task rescheduling recommendations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Additional workforce requirement identification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Interactive analytics dashboard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2FF0971-C55B-C171-D6A7-F6158F7E0D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4126901"/>
              </p:ext>
            </p:extLst>
          </p:nvPr>
        </p:nvGraphicFramePr>
        <p:xfrm>
          <a:off x="160421" y="5945207"/>
          <a:ext cx="4371439" cy="6569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C8AFF045-428C-FCF1-AA45-7CF24DF0C490}"/>
              </a:ext>
            </a:extLst>
          </p:cNvPr>
          <p:cNvGrpSpPr/>
          <p:nvPr/>
        </p:nvGrpSpPr>
        <p:grpSpPr>
          <a:xfrm>
            <a:off x="8201058" y="5925152"/>
            <a:ext cx="2912057" cy="656923"/>
            <a:chOff x="3047670" y="0"/>
            <a:chExt cx="2260871" cy="656923"/>
          </a:xfrm>
        </p:grpSpPr>
        <p:sp>
          <p:nvSpPr>
            <p:cNvPr id="19" name="Arrow: Chevron 18">
              <a:extLst>
                <a:ext uri="{FF2B5EF4-FFF2-40B4-BE49-F238E27FC236}">
                  <a16:creationId xmlns:a16="http://schemas.microsoft.com/office/drawing/2014/main" id="{CFB93E51-4616-94B5-4072-5B0518D57E8B}"/>
                </a:ext>
              </a:extLst>
            </p:cNvPr>
            <p:cNvSpPr/>
            <p:nvPr/>
          </p:nvSpPr>
          <p:spPr>
            <a:xfrm>
              <a:off x="3047670" y="0"/>
              <a:ext cx="2260871" cy="656923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Arrow: Chevron 4">
              <a:extLst>
                <a:ext uri="{FF2B5EF4-FFF2-40B4-BE49-F238E27FC236}">
                  <a16:creationId xmlns:a16="http://schemas.microsoft.com/office/drawing/2014/main" id="{143E622E-C90C-9EF7-22B2-6367C77F62CC}"/>
                </a:ext>
              </a:extLst>
            </p:cNvPr>
            <p:cNvSpPr txBox="1"/>
            <p:nvPr/>
          </p:nvSpPr>
          <p:spPr>
            <a:xfrm>
              <a:off x="3293449" y="0"/>
              <a:ext cx="1603948" cy="65692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8016" tIns="85344" rIns="42672" bIns="85344" numCol="1" spcCol="1270" anchor="ctr" anchorCtr="0">
              <a:noAutofit/>
            </a:bodyPr>
            <a:lstStyle/>
            <a:p>
              <a:pPr marL="0" lvl="0" indent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400" dirty="0"/>
                <a:t>Dashboard</a:t>
              </a:r>
              <a:r>
                <a:rPr lang="en-IN" sz="2400" kern="1200" dirty="0"/>
                <a:t> 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26E487E-F396-9D7C-B166-D94D53C02C0F}"/>
              </a:ext>
            </a:extLst>
          </p:cNvPr>
          <p:cNvGrpSpPr/>
          <p:nvPr/>
        </p:nvGrpSpPr>
        <p:grpSpPr>
          <a:xfrm>
            <a:off x="5309938" y="5928364"/>
            <a:ext cx="3481136" cy="656923"/>
            <a:chOff x="3047670" y="0"/>
            <a:chExt cx="2260871" cy="656923"/>
          </a:xfrm>
        </p:grpSpPr>
        <p:sp>
          <p:nvSpPr>
            <p:cNvPr id="22" name="Arrow: Chevron 21">
              <a:extLst>
                <a:ext uri="{FF2B5EF4-FFF2-40B4-BE49-F238E27FC236}">
                  <a16:creationId xmlns:a16="http://schemas.microsoft.com/office/drawing/2014/main" id="{D25968EF-7A2D-E2CC-5A61-D4B5037DECE6}"/>
                </a:ext>
              </a:extLst>
            </p:cNvPr>
            <p:cNvSpPr/>
            <p:nvPr/>
          </p:nvSpPr>
          <p:spPr>
            <a:xfrm>
              <a:off x="3047670" y="0"/>
              <a:ext cx="2260871" cy="656923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Arrow: Chevron 4">
              <a:extLst>
                <a:ext uri="{FF2B5EF4-FFF2-40B4-BE49-F238E27FC236}">
                  <a16:creationId xmlns:a16="http://schemas.microsoft.com/office/drawing/2014/main" id="{BA5EFC6E-4A3D-5015-942D-BB93A8CB7530}"/>
                </a:ext>
              </a:extLst>
            </p:cNvPr>
            <p:cNvSpPr txBox="1"/>
            <p:nvPr/>
          </p:nvSpPr>
          <p:spPr>
            <a:xfrm>
              <a:off x="3256154" y="0"/>
              <a:ext cx="1723926" cy="65692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8016" tIns="85344" rIns="42672" bIns="85344" numCol="1" spcCol="1270" anchor="ctr" anchorCtr="0">
              <a:noAutofit/>
            </a:bodyPr>
            <a:lstStyle/>
            <a:p>
              <a:pPr marL="0" lvl="0" indent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dirty="0"/>
                <a:t>R</a:t>
              </a:r>
              <a:r>
                <a:rPr lang="en-IN" sz="2400" dirty="0" err="1"/>
                <a:t>ecommendation</a:t>
              </a:r>
              <a:endParaRPr lang="en-IN" sz="2400" kern="12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CE2C553-4E2C-5A17-7620-EA894C36E1B0}"/>
              </a:ext>
            </a:extLst>
          </p:cNvPr>
          <p:cNvGrpSpPr/>
          <p:nvPr/>
        </p:nvGrpSpPr>
        <p:grpSpPr>
          <a:xfrm>
            <a:off x="4106780" y="5958839"/>
            <a:ext cx="1603948" cy="656923"/>
            <a:chOff x="3047670" y="0"/>
            <a:chExt cx="2260871" cy="656923"/>
          </a:xfrm>
        </p:grpSpPr>
        <p:sp>
          <p:nvSpPr>
            <p:cNvPr id="25" name="Arrow: Chevron 24">
              <a:extLst>
                <a:ext uri="{FF2B5EF4-FFF2-40B4-BE49-F238E27FC236}">
                  <a16:creationId xmlns:a16="http://schemas.microsoft.com/office/drawing/2014/main" id="{60E5A325-E05F-B8F8-72DD-09414CE36011}"/>
                </a:ext>
              </a:extLst>
            </p:cNvPr>
            <p:cNvSpPr/>
            <p:nvPr/>
          </p:nvSpPr>
          <p:spPr>
            <a:xfrm>
              <a:off x="3047670" y="0"/>
              <a:ext cx="2260871" cy="656923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6" name="Arrow: Chevron 4">
              <a:extLst>
                <a:ext uri="{FF2B5EF4-FFF2-40B4-BE49-F238E27FC236}">
                  <a16:creationId xmlns:a16="http://schemas.microsoft.com/office/drawing/2014/main" id="{2CF489AD-A79D-A5A1-7A14-667CA00C01EC}"/>
                </a:ext>
              </a:extLst>
            </p:cNvPr>
            <p:cNvSpPr txBox="1"/>
            <p:nvPr/>
          </p:nvSpPr>
          <p:spPr>
            <a:xfrm>
              <a:off x="3376132" y="0"/>
              <a:ext cx="1603948" cy="65692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8016" tIns="85344" rIns="42672" bIns="85344" numCol="1" spcCol="1270" anchor="ctr" anchorCtr="0">
              <a:noAutofit/>
            </a:bodyPr>
            <a:lstStyle/>
            <a:p>
              <a:pPr marL="0" lvl="0" indent="0" algn="ctr" defTabSz="1422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400" kern="1200" dirty="0"/>
                <a:t>Risk 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Proposed Architecture / Workflow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024DC0-AA60-4BF5-058C-DD6982C815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21" r="6803" b="3177"/>
          <a:stretch>
            <a:fillRect/>
          </a:stretch>
        </p:blipFill>
        <p:spPr>
          <a:xfrm>
            <a:off x="962526" y="1051560"/>
            <a:ext cx="10650354" cy="56219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35275" y="296159"/>
            <a:ext cx="378962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9. Proposed Modules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CAFDC2E-BF8E-4A1E-7AC5-9C85EFE046D4}"/>
              </a:ext>
            </a:extLst>
          </p:cNvPr>
          <p:cNvSpPr/>
          <p:nvPr/>
        </p:nvSpPr>
        <p:spPr>
          <a:xfrm>
            <a:off x="1026694" y="1251284"/>
            <a:ext cx="4090737" cy="247048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/>
              </a:solidFill>
            </a:endParaRPr>
          </a:p>
          <a:p>
            <a:pPr algn="ctr"/>
            <a:r>
              <a:rPr lang="en-IN" b="1" dirty="0">
                <a:solidFill>
                  <a:schemeClr val="tx1"/>
                </a:solidFill>
              </a:rPr>
              <a:t>Module 1 — Workforce &amp; Task Management</a:t>
            </a:r>
          </a:p>
          <a:p>
            <a:pPr lvl="0"/>
            <a:endParaRPr lang="en-IN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Employee information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Task details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Deadlines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Availability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Workload records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17B3F04-7B0D-E67D-9B82-4BD089C62F21}"/>
              </a:ext>
            </a:extLst>
          </p:cNvPr>
          <p:cNvSpPr/>
          <p:nvPr/>
        </p:nvSpPr>
        <p:spPr>
          <a:xfrm>
            <a:off x="1026694" y="4145279"/>
            <a:ext cx="4090737" cy="247048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Module 3 — Capacity &amp; Risk Analysis</a:t>
            </a:r>
          </a:p>
          <a:p>
            <a:pPr lvl="0"/>
            <a:endParaRPr lang="en-IN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Employee/team capacity calculation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Workload-capacity comparison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Overload detection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Underutilization and capacity-gap detection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90326E1-1510-200C-A0C2-1BD39E1C88BD}"/>
              </a:ext>
            </a:extLst>
          </p:cNvPr>
          <p:cNvSpPr/>
          <p:nvPr/>
        </p:nvSpPr>
        <p:spPr>
          <a:xfrm>
            <a:off x="6096000" y="4145279"/>
            <a:ext cx="4090737" cy="247048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Module 4 — Resource Planning &amp; Dashboard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Task redistribution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Rescheduling recommendations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Additional resource requirements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Analytics and visualization dashboard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34FD731-4307-425F-7FD6-88B5AD53D867}"/>
              </a:ext>
            </a:extLst>
          </p:cNvPr>
          <p:cNvSpPr/>
          <p:nvPr/>
        </p:nvSpPr>
        <p:spPr>
          <a:xfrm>
            <a:off x="6096000" y="1251284"/>
            <a:ext cx="4090737" cy="247048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Module 2 — Data Processing &amp; AI Forecasting</a:t>
            </a:r>
          </a:p>
          <a:p>
            <a:pPr algn="ctr"/>
            <a:endParaRPr lang="en-IN" b="1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Data preprocessing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Feature engineering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Workload pattern analysis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AI/ML forecasting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93112" y="509803"/>
            <a:ext cx="434728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10. Tools &amp; Technologies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510C1D-F796-DE46-D0C2-203ABACF9A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332523"/>
              </p:ext>
            </p:extLst>
          </p:nvPr>
        </p:nvGraphicFramePr>
        <p:xfrm>
          <a:off x="1278194" y="1740310"/>
          <a:ext cx="8637638" cy="4215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90219">
                  <a:extLst>
                    <a:ext uri="{9D8B030D-6E8A-4147-A177-3AD203B41FA5}">
                      <a16:colId xmlns:a16="http://schemas.microsoft.com/office/drawing/2014/main" val="3101008677"/>
                    </a:ext>
                  </a:extLst>
                </a:gridCol>
                <a:gridCol w="4547419">
                  <a:extLst>
                    <a:ext uri="{9D8B030D-6E8A-4147-A177-3AD203B41FA5}">
                      <a16:colId xmlns:a16="http://schemas.microsoft.com/office/drawing/2014/main" val="4259635759"/>
                    </a:ext>
                  </a:extLst>
                </a:gridCol>
              </a:tblGrid>
              <a:tr h="3758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b="1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400" b="1" dirty="0"/>
                        <a:t>Technology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3393178"/>
                  </a:ext>
                </a:extLst>
              </a:tr>
              <a:tr h="3758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Programming 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3623810"/>
                  </a:ext>
                </a:extLst>
              </a:tr>
              <a:tr h="3758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React.js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2148296"/>
                  </a:ext>
                </a:extLst>
              </a:tr>
              <a:tr h="3758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Flask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7591473"/>
                  </a:ext>
                </a:extLst>
              </a:tr>
              <a:tr h="3758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Machine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Scikit-learn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0580127"/>
                  </a:ext>
                </a:extLst>
              </a:tr>
              <a:tr h="3758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Data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Pandas, NumPy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5236644"/>
                  </a:ext>
                </a:extLst>
              </a:tr>
              <a:tr h="3758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 err="1"/>
                        <a:t>Plotly</a:t>
                      </a:r>
                      <a:r>
                        <a:rPr lang="en-IN" dirty="0"/>
                        <a:t> / Recharts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7624838"/>
                  </a:ext>
                </a:extLst>
              </a:tr>
              <a:tr h="3758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PostgreSQL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7022375"/>
                  </a:ext>
                </a:extLst>
              </a:tr>
              <a:tr h="3758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VS Code, Jupyter Notebook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5134722"/>
                  </a:ext>
                </a:extLst>
              </a:tr>
              <a:tr h="3758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Version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Git &amp; GitHub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7149277"/>
                  </a:ext>
                </a:extLst>
              </a:tr>
              <a:tr h="3758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Realistic / Simulated Workload Dataset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346376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32673" y="119092"/>
            <a:ext cx="693677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11. Expected Outcome – Project Work–I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1A4E16-1473-5F13-3CC6-9A666176922F}"/>
              </a:ext>
            </a:extLst>
          </p:cNvPr>
          <p:cNvSpPr txBox="1"/>
          <p:nvPr/>
        </p:nvSpPr>
        <p:spPr>
          <a:xfrm>
            <a:off x="108155" y="1054199"/>
            <a:ext cx="76298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By the end of Project Work–I, the following are expected: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B5FE2B-6ED6-5CA7-D9DA-95784508BF59}"/>
              </a:ext>
            </a:extLst>
          </p:cNvPr>
          <p:cNvSpPr/>
          <p:nvPr/>
        </p:nvSpPr>
        <p:spPr>
          <a:xfrm>
            <a:off x="226142" y="1492566"/>
            <a:ext cx="10618839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Completed data preprocessing and exploratory analysis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738FD4-FE74-05D4-5CF3-CE7ED4AE4F0E}"/>
              </a:ext>
            </a:extLst>
          </p:cNvPr>
          <p:cNvSpPr/>
          <p:nvPr/>
        </p:nvSpPr>
        <p:spPr>
          <a:xfrm>
            <a:off x="226142" y="1974717"/>
            <a:ext cx="10618839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Identified important workload-related features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764AC0-F444-F341-66FF-91B9C54C16F2}"/>
              </a:ext>
            </a:extLst>
          </p:cNvPr>
          <p:cNvSpPr/>
          <p:nvPr/>
        </p:nvSpPr>
        <p:spPr>
          <a:xfrm>
            <a:off x="221226" y="2470959"/>
            <a:ext cx="10618839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Developed and evaluated initial AI workload forecasting model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AA2D56-BD24-0253-9D49-CEF05D7449C4}"/>
              </a:ext>
            </a:extLst>
          </p:cNvPr>
          <p:cNvSpPr/>
          <p:nvPr/>
        </p:nvSpPr>
        <p:spPr>
          <a:xfrm>
            <a:off x="206474" y="2956836"/>
            <a:ext cx="10618839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Implemented workforce capacity calculation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9D190C-2F11-D8C0-0700-83A5B65FAECE}"/>
              </a:ext>
            </a:extLst>
          </p:cNvPr>
          <p:cNvSpPr/>
          <p:nvPr/>
        </p:nvSpPr>
        <p:spPr>
          <a:xfrm>
            <a:off x="206478" y="3454480"/>
            <a:ext cx="10618839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Performed workload-capacity comparison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9107D2-DAE8-0051-A9B8-D9CDF3D04F0E}"/>
              </a:ext>
            </a:extLst>
          </p:cNvPr>
          <p:cNvSpPr/>
          <p:nvPr/>
        </p:nvSpPr>
        <p:spPr>
          <a:xfrm>
            <a:off x="206478" y="3907033"/>
            <a:ext cx="10618839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Identified potential workload risks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BC6FE9-8BC7-2487-D994-15C3AF5F9A16}"/>
              </a:ext>
            </a:extLst>
          </p:cNvPr>
          <p:cNvSpPr/>
          <p:nvPr/>
        </p:nvSpPr>
        <p:spPr>
          <a:xfrm>
            <a:off x="206477" y="5287113"/>
            <a:ext cx="10618839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Integrated major prototype components for demonstration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73EFD58-870B-E6C9-C59A-52031C73D540}"/>
              </a:ext>
            </a:extLst>
          </p:cNvPr>
          <p:cNvSpPr/>
          <p:nvPr/>
        </p:nvSpPr>
        <p:spPr>
          <a:xfrm>
            <a:off x="206472" y="4859040"/>
            <a:ext cx="10618839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Developed a basic interactive dashboard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8EB8EA-A14F-5ADE-62D3-8950B9D9732E}"/>
              </a:ext>
            </a:extLst>
          </p:cNvPr>
          <p:cNvSpPr/>
          <p:nvPr/>
        </p:nvSpPr>
        <p:spPr>
          <a:xfrm>
            <a:off x="206473" y="4354001"/>
            <a:ext cx="10618839" cy="461665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Developed initial resource planning recommendati</a:t>
            </a:r>
            <a:r>
              <a:rPr lang="en-IN" dirty="0"/>
              <a:t>ons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D5FF22-120E-74CE-E591-D1D86DF4ADD0}"/>
              </a:ext>
            </a:extLst>
          </p:cNvPr>
          <p:cNvSpPr txBox="1"/>
          <p:nvPr/>
        </p:nvSpPr>
        <p:spPr>
          <a:xfrm>
            <a:off x="108154" y="5837914"/>
            <a:ext cx="1266136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Prototype Outcome</a:t>
            </a:r>
          </a:p>
          <a:p>
            <a:pPr>
              <a:buNone/>
            </a:pPr>
            <a:r>
              <a:rPr lang="en-IN" sz="1600" b="1" dirty="0"/>
              <a:t>A working prototype demonstrating AI-based workload forecasting and workforce capacity analysis for data-driven workforce planning.</a:t>
            </a:r>
            <a:endParaRPr lang="en-IN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91135" y="348493"/>
            <a:ext cx="49021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12. Project Work–I Timeline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264F99-D86E-7D9C-5305-E73D61FFEB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154"/>
          <a:stretch>
            <a:fillRect/>
          </a:stretch>
        </p:blipFill>
        <p:spPr>
          <a:xfrm>
            <a:off x="640079" y="1051560"/>
            <a:ext cx="10869279" cy="545794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08922" y="415084"/>
            <a:ext cx="267085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13. 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E07FF2-20A2-5EFB-A6C7-073514AD68AC}"/>
              </a:ext>
            </a:extLst>
          </p:cNvPr>
          <p:cNvSpPr txBox="1"/>
          <p:nvPr/>
        </p:nvSpPr>
        <p:spPr>
          <a:xfrm>
            <a:off x="579120" y="1359075"/>
            <a:ext cx="10762648" cy="5122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/>
              <a:t>[1] J. Kumar, A. K. Singh, and R. </a:t>
            </a:r>
            <a:r>
              <a:rPr lang="en-IN" sz="2000" b="1" dirty="0" err="1"/>
              <a:t>Buyya</a:t>
            </a:r>
            <a:r>
              <a:rPr lang="en-IN" sz="2000" b="1" dirty="0"/>
              <a:t>, “Self Directed Learning Based Workload Forecasting Model for Cloud Resource Management,” </a:t>
            </a:r>
            <a:r>
              <a:rPr lang="en-IN" sz="2000" b="1" i="1" dirty="0"/>
              <a:t>Information Sciences</a:t>
            </a:r>
            <a:r>
              <a:rPr lang="en-IN" sz="2000" b="1" dirty="0"/>
              <a:t>, 2021.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/>
              <a:t>[2] J. Bi, S. Li, H. Yuan, and M. C. Zhou, “Integrated Deep Learning Method for Workload and Resource Prediction in Cloud Systems,” </a:t>
            </a:r>
            <a:r>
              <a:rPr lang="en-IN" sz="2000" b="1" i="1" dirty="0"/>
              <a:t>Neurocomputing</a:t>
            </a:r>
            <a:r>
              <a:rPr lang="en-IN" sz="2000" b="1" dirty="0"/>
              <a:t>, 2021.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/>
              <a:t>[3] T. Mizan and S. Taghipour, “Medical Resource Allocation Planning by Integrating Machine Learning and Optimization Models,” </a:t>
            </a:r>
            <a:r>
              <a:rPr lang="en-IN" sz="2000" b="1" i="1" dirty="0"/>
              <a:t>Artificial Intelligence in Medicine</a:t>
            </a:r>
            <a:r>
              <a:rPr lang="en-IN" sz="2000" b="1" dirty="0"/>
              <a:t>, 2022.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/>
              <a:t>[4] A. </a:t>
            </a:r>
            <a:r>
              <a:rPr lang="en-IN" sz="2000" b="1" dirty="0" err="1"/>
              <a:t>Ogungbire</a:t>
            </a:r>
            <a:r>
              <a:rPr lang="en-IN" sz="2000" b="1" dirty="0"/>
              <a:t> and S. K. Mitra, “Workforce Forecasting for State Transportation Agencies: A Machine Learning Approach,” </a:t>
            </a:r>
            <a:r>
              <a:rPr lang="en-IN" sz="2000" b="1" i="1" dirty="0"/>
              <a:t>International Journal of Transportation Science and Technology</a:t>
            </a:r>
            <a:r>
              <a:rPr lang="en-IN" sz="2000" b="1" dirty="0"/>
              <a:t>, 2025.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/>
              <a:t>[5] A. </a:t>
            </a:r>
            <a:r>
              <a:rPr lang="en-IN" sz="2000" b="1" dirty="0" err="1"/>
              <a:t>Nabot</a:t>
            </a:r>
            <a:r>
              <a:rPr lang="en-IN" sz="2000" b="1" dirty="0"/>
              <a:t> et al., “AI for Software Project Management: Predicting Delivery Times &amp; Resource Allocation,” </a:t>
            </a:r>
            <a:r>
              <a:rPr lang="en-IN" sz="2000" b="1" i="1" dirty="0"/>
              <a:t>IEEE ICIT</a:t>
            </a:r>
            <a:r>
              <a:rPr lang="en-IN" sz="2000" b="1" dirty="0"/>
              <a:t>, 2025.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/>
              <a:t>[6] R. J. Hyndman and G. Athanasopoulos, </a:t>
            </a:r>
            <a:r>
              <a:rPr lang="en-IN" sz="2000" b="1" i="1" dirty="0"/>
              <a:t>Forecasting: Principles and Practice</a:t>
            </a:r>
            <a:r>
              <a:rPr lang="en-IN" sz="2000" b="1" dirty="0"/>
              <a:t>, 3rd ed., </a:t>
            </a:r>
            <a:r>
              <a:rPr lang="en-IN" sz="2000" b="1" dirty="0" err="1"/>
              <a:t>OTexts</a:t>
            </a:r>
            <a:r>
              <a:rPr lang="en-IN" sz="2000" b="1" dirty="0"/>
              <a:t>, 2021.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Review–1 Presentation Flow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9CB55BC4-95F9-D965-C31B-A4C2F0835212}"/>
              </a:ext>
            </a:extLst>
          </p:cNvPr>
          <p:cNvSpPr/>
          <p:nvPr/>
        </p:nvSpPr>
        <p:spPr>
          <a:xfrm>
            <a:off x="417095" y="1051560"/>
            <a:ext cx="2791326" cy="1033914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Problem</a:t>
            </a:r>
            <a:endParaRPr lang="en-IN" sz="2000" b="1" dirty="0">
              <a:solidFill>
                <a:schemeClr val="tx1"/>
              </a:solidFill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CB61A296-08C1-9CD0-C408-C819CE7CB41A}"/>
              </a:ext>
            </a:extLst>
          </p:cNvPr>
          <p:cNvSpPr/>
          <p:nvPr/>
        </p:nvSpPr>
        <p:spPr>
          <a:xfrm>
            <a:off x="3280610" y="1059983"/>
            <a:ext cx="2791326" cy="1033914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Motivation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C8178F2-F721-2A98-8D17-CCAFBE7D9844}"/>
              </a:ext>
            </a:extLst>
          </p:cNvPr>
          <p:cNvSpPr/>
          <p:nvPr/>
        </p:nvSpPr>
        <p:spPr>
          <a:xfrm>
            <a:off x="417095" y="2542674"/>
            <a:ext cx="2791326" cy="1033914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Research</a:t>
            </a:r>
            <a:r>
              <a:rPr lang="en-US" dirty="0"/>
              <a:t> </a:t>
            </a:r>
            <a:r>
              <a:rPr lang="en-US" sz="2000" b="1" dirty="0">
                <a:solidFill>
                  <a:schemeClr val="tx1"/>
                </a:solidFill>
              </a:rPr>
              <a:t>Gap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75D7694-08B0-CDAA-949C-D342BD603D43}"/>
              </a:ext>
            </a:extLst>
          </p:cNvPr>
          <p:cNvSpPr/>
          <p:nvPr/>
        </p:nvSpPr>
        <p:spPr>
          <a:xfrm>
            <a:off x="7127507" y="4170148"/>
            <a:ext cx="2791326" cy="1033914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References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FA1B858-04E2-78D0-3F18-505899D04F24}"/>
              </a:ext>
            </a:extLst>
          </p:cNvPr>
          <p:cNvSpPr/>
          <p:nvPr/>
        </p:nvSpPr>
        <p:spPr>
          <a:xfrm>
            <a:off x="4233512" y="4140870"/>
            <a:ext cx="2791326" cy="1033914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Timeline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0B723C9-82C4-A213-9090-357A92A7B848}"/>
              </a:ext>
            </a:extLst>
          </p:cNvPr>
          <p:cNvSpPr/>
          <p:nvPr/>
        </p:nvSpPr>
        <p:spPr>
          <a:xfrm>
            <a:off x="1228826" y="4140870"/>
            <a:ext cx="2791326" cy="1033914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Technologies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1A58ACD5-FA83-D006-9024-6603D5A35D5A}"/>
              </a:ext>
            </a:extLst>
          </p:cNvPr>
          <p:cNvSpPr/>
          <p:nvPr/>
        </p:nvSpPr>
        <p:spPr>
          <a:xfrm>
            <a:off x="9195334" y="2623687"/>
            <a:ext cx="2791326" cy="1033914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Modules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9F36AB76-E85B-777A-BCB1-C3B545188629}"/>
              </a:ext>
            </a:extLst>
          </p:cNvPr>
          <p:cNvSpPr/>
          <p:nvPr/>
        </p:nvSpPr>
        <p:spPr>
          <a:xfrm>
            <a:off x="6176209" y="2635317"/>
            <a:ext cx="2791326" cy="1033914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Architecture and Workflow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3DB23C2D-8FC4-8EDE-2B96-171DDD827D87}"/>
              </a:ext>
            </a:extLst>
          </p:cNvPr>
          <p:cNvSpPr/>
          <p:nvPr/>
        </p:nvSpPr>
        <p:spPr>
          <a:xfrm>
            <a:off x="3280610" y="2623687"/>
            <a:ext cx="2791326" cy="1033914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Proposed</a:t>
            </a:r>
            <a:r>
              <a:rPr lang="en-US" dirty="0"/>
              <a:t> </a:t>
            </a:r>
            <a:r>
              <a:rPr lang="en-US" sz="2000" b="1" dirty="0">
                <a:solidFill>
                  <a:schemeClr val="tx1"/>
                </a:solidFill>
              </a:rPr>
              <a:t>Solution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24B9B463-621F-6D86-566C-3CB205121B0F}"/>
              </a:ext>
            </a:extLst>
          </p:cNvPr>
          <p:cNvSpPr/>
          <p:nvPr/>
        </p:nvSpPr>
        <p:spPr>
          <a:xfrm>
            <a:off x="9115124" y="1007845"/>
            <a:ext cx="2791326" cy="1033914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Existing</a:t>
            </a:r>
            <a:r>
              <a:rPr lang="en-US" dirty="0"/>
              <a:t> </a:t>
            </a:r>
            <a:r>
              <a:rPr lang="en-US" b="1" dirty="0">
                <a:solidFill>
                  <a:schemeClr val="tx1"/>
                </a:solidFill>
              </a:rPr>
              <a:t>Work/Literature</a:t>
            </a:r>
            <a:r>
              <a:rPr lang="en-US" dirty="0"/>
              <a:t> </a:t>
            </a:r>
            <a:r>
              <a:rPr lang="en-US" b="1" dirty="0">
                <a:solidFill>
                  <a:schemeClr val="tx1"/>
                </a:solidFill>
              </a:rPr>
              <a:t>Survey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D4E08AB2-9FFF-B7FB-C140-428960F42055}"/>
              </a:ext>
            </a:extLst>
          </p:cNvPr>
          <p:cNvSpPr/>
          <p:nvPr/>
        </p:nvSpPr>
        <p:spPr>
          <a:xfrm>
            <a:off x="6209899" y="1052362"/>
            <a:ext cx="2791326" cy="1033914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Objectives</a:t>
            </a:r>
            <a:endParaRPr lang="en-IN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6F8B"/>
      </a:accent6>
      <a:hlink>
        <a:srgbClr val="6B9F25"/>
      </a:hlink>
      <a:folHlink>
        <a:srgbClr val="9F671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1006</Words>
  <Application>Microsoft Office PowerPoint</Application>
  <PresentationFormat>Widescreen</PresentationFormat>
  <Paragraphs>186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 MT</vt:lpstr>
      <vt:lpstr>Calibri</vt:lpstr>
      <vt:lpstr>Times New Roman</vt:lpstr>
      <vt:lpstr>Office Theme</vt:lpstr>
      <vt:lpstr>G M  University Davanagere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Soujanya Jain</cp:lastModifiedBy>
  <cp:revision>4</cp:revision>
  <dcterms:created xsi:type="dcterms:W3CDTF">2013-01-27T09:14:16Z</dcterms:created>
  <dcterms:modified xsi:type="dcterms:W3CDTF">2026-10-08T17:42:24Z</dcterms:modified>
  <cp:category/>
</cp:coreProperties>
</file>